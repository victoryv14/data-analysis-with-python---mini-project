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2"/>
  </p:notesMasterIdLst>
  <p:handoutMasterIdLst>
    <p:handoutMasterId r:id="rId23"/>
  </p:handoutMasterIdLst>
  <p:sldIdLst>
    <p:sldId id="256" r:id="rId2"/>
    <p:sldId id="430" r:id="rId3"/>
    <p:sldId id="431" r:id="rId4"/>
    <p:sldId id="432" r:id="rId5"/>
    <p:sldId id="578" r:id="rId6"/>
    <p:sldId id="591" r:id="rId7"/>
    <p:sldId id="572" r:id="rId8"/>
    <p:sldId id="580" r:id="rId9"/>
    <p:sldId id="582" r:id="rId10"/>
    <p:sldId id="573" r:id="rId11"/>
    <p:sldId id="584" r:id="rId12"/>
    <p:sldId id="595" r:id="rId13"/>
    <p:sldId id="586" r:id="rId14"/>
    <p:sldId id="589" r:id="rId15"/>
    <p:sldId id="588" r:id="rId16"/>
    <p:sldId id="593" r:id="rId17"/>
    <p:sldId id="592" r:id="rId18"/>
    <p:sldId id="587" r:id="rId19"/>
    <p:sldId id="594" r:id="rId20"/>
    <p:sldId id="57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A35AF4-8CF5-4528-9467-4493378FB1C1}" v="53" dt="2026-09-30T15:44:25.6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84" d="100"/>
          <a:sy n="84" d="100"/>
        </p:scale>
        <p:origin x="629"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8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sala Harini" userId="a43fac1939f8d205" providerId="LiveId" clId="{E7A54BC8-65DA-4538-AAED-9F147DC6437B}"/>
    <pc:docChg chg="undo custSel addSld delSld modSld sldOrd">
      <pc:chgData name="Pasala Harini" userId="a43fac1939f8d205" providerId="LiveId" clId="{E7A54BC8-65DA-4538-AAED-9F147DC6437B}" dt="2026-09-30T17:08:18.236" v="701" actId="14100"/>
      <pc:docMkLst>
        <pc:docMk/>
      </pc:docMkLst>
      <pc:sldChg chg="addSp delSp modSp mod">
        <pc:chgData name="Pasala Harini" userId="a43fac1939f8d205" providerId="LiveId" clId="{E7A54BC8-65DA-4538-AAED-9F147DC6437B}" dt="2026-09-29T17:37:44.151" v="225" actId="207"/>
        <pc:sldMkLst>
          <pc:docMk/>
          <pc:sldMk cId="0" sldId="256"/>
        </pc:sldMkLst>
        <pc:spChg chg="add del mod">
          <ac:chgData name="Pasala Harini" userId="a43fac1939f8d205" providerId="LiveId" clId="{E7A54BC8-65DA-4538-AAED-9F147DC6437B}" dt="2026-09-29T17:37:30.489" v="223"/>
          <ac:spMkLst>
            <pc:docMk/>
            <pc:sldMk cId="0" sldId="256"/>
            <ac:spMk id="3" creationId="{ACA83DD6-ED38-640D-F3E6-BC5BB6C39CF5}"/>
          </ac:spMkLst>
        </pc:spChg>
        <pc:spChg chg="mod">
          <ac:chgData name="Pasala Harini" userId="a43fac1939f8d205" providerId="LiveId" clId="{E7A54BC8-65DA-4538-AAED-9F147DC6437B}" dt="2026-09-29T17:37:44.151" v="225" actId="207"/>
          <ac:spMkLst>
            <pc:docMk/>
            <pc:sldMk cId="0" sldId="256"/>
            <ac:spMk id="4" creationId="{00000000-0000-0000-0000-000000000000}"/>
          </ac:spMkLst>
        </pc:spChg>
        <pc:spChg chg="mod">
          <ac:chgData name="Pasala Harini" userId="a43fac1939f8d205" providerId="LiveId" clId="{E7A54BC8-65DA-4538-AAED-9F147DC6437B}" dt="2026-09-29T17:37:22.581" v="219" actId="1076"/>
          <ac:spMkLst>
            <pc:docMk/>
            <pc:sldMk cId="0" sldId="256"/>
            <ac:spMk id="6" creationId="{00000000-0000-0000-0000-000000000000}"/>
          </ac:spMkLst>
        </pc:spChg>
      </pc:sldChg>
      <pc:sldChg chg="modSp mod">
        <pc:chgData name="Pasala Harini" userId="a43fac1939f8d205" providerId="LiveId" clId="{E7A54BC8-65DA-4538-AAED-9F147DC6437B}" dt="2026-09-29T04:09:28.856" v="98" actId="404"/>
        <pc:sldMkLst>
          <pc:docMk/>
          <pc:sldMk cId="2680478113" sldId="430"/>
        </pc:sldMkLst>
        <pc:spChg chg="mod">
          <ac:chgData name="Pasala Harini" userId="a43fac1939f8d205" providerId="LiveId" clId="{E7A54BC8-65DA-4538-AAED-9F147DC6437B}" dt="2026-09-29T04:09:28.856" v="98" actId="404"/>
          <ac:spMkLst>
            <pc:docMk/>
            <pc:sldMk cId="2680478113" sldId="430"/>
            <ac:spMk id="6" creationId="{7862E4AC-212E-43EC-956C-B30F3E8CC9D6}"/>
          </ac:spMkLst>
        </pc:spChg>
        <pc:spChg chg="mod">
          <ac:chgData name="Pasala Harini" userId="a43fac1939f8d205" providerId="LiveId" clId="{E7A54BC8-65DA-4538-AAED-9F147DC6437B}" dt="2026-09-28T16:57:25.611" v="94" actId="14100"/>
          <ac:spMkLst>
            <pc:docMk/>
            <pc:sldMk cId="2680478113" sldId="430"/>
            <ac:spMk id="7" creationId="{C8EF13C9-42FB-60ED-8B2A-1C9B552DE041}"/>
          </ac:spMkLst>
        </pc:spChg>
      </pc:sldChg>
      <pc:sldChg chg="modSp mod">
        <pc:chgData name="Pasala Harini" userId="a43fac1939f8d205" providerId="LiveId" clId="{E7A54BC8-65DA-4538-AAED-9F147DC6437B}" dt="2026-09-29T17:38:32.826" v="229" actId="403"/>
        <pc:sldMkLst>
          <pc:docMk/>
          <pc:sldMk cId="2803802370" sldId="431"/>
        </pc:sldMkLst>
        <pc:spChg chg="mod">
          <ac:chgData name="Pasala Harini" userId="a43fac1939f8d205" providerId="LiveId" clId="{E7A54BC8-65DA-4538-AAED-9F147DC6437B}" dt="2026-09-29T04:09:41.411" v="99" actId="404"/>
          <ac:spMkLst>
            <pc:docMk/>
            <pc:sldMk cId="2803802370" sldId="431"/>
            <ac:spMk id="5" creationId="{7862E4AC-212E-43EC-956C-B30F3E8CC9D6}"/>
          </ac:spMkLst>
        </pc:spChg>
        <pc:spChg chg="mod">
          <ac:chgData name="Pasala Harini" userId="a43fac1939f8d205" providerId="LiveId" clId="{E7A54BC8-65DA-4538-AAED-9F147DC6437B}" dt="2026-09-29T17:38:32.826" v="229" actId="403"/>
          <ac:spMkLst>
            <pc:docMk/>
            <pc:sldMk cId="2803802370" sldId="431"/>
            <ac:spMk id="7" creationId="{C4B12F71-216B-4B4A-9933-2017B3D46F1E}"/>
          </ac:spMkLst>
        </pc:spChg>
      </pc:sldChg>
      <pc:sldChg chg="modSp mod">
        <pc:chgData name="Pasala Harini" userId="a43fac1939f8d205" providerId="LiveId" clId="{E7A54BC8-65DA-4538-AAED-9F147DC6437B}" dt="2026-09-29T04:09:49.092" v="100" actId="404"/>
        <pc:sldMkLst>
          <pc:docMk/>
          <pc:sldMk cId="2330033538" sldId="432"/>
        </pc:sldMkLst>
        <pc:spChg chg="mod">
          <ac:chgData name="Pasala Harini" userId="a43fac1939f8d205" providerId="LiveId" clId="{E7A54BC8-65DA-4538-AAED-9F147DC6437B}" dt="2026-09-29T04:09:49.092" v="100" actId="404"/>
          <ac:spMkLst>
            <pc:docMk/>
            <pc:sldMk cId="2330033538" sldId="432"/>
            <ac:spMk id="5" creationId="{7862E4AC-212E-43EC-956C-B30F3E8CC9D6}"/>
          </ac:spMkLst>
        </pc:spChg>
        <pc:spChg chg="mod">
          <ac:chgData name="Pasala Harini" userId="a43fac1939f8d205" providerId="LiveId" clId="{E7A54BC8-65DA-4538-AAED-9F147DC6437B}" dt="2026-09-29T04:08:54.950" v="97" actId="1036"/>
          <ac:spMkLst>
            <pc:docMk/>
            <pc:sldMk cId="2330033538" sldId="432"/>
            <ac:spMk id="6" creationId="{C4B12F71-216B-4B4A-9933-2017B3D46F1E}"/>
          </ac:spMkLst>
        </pc:spChg>
        <pc:spChg chg="mod">
          <ac:chgData name="Pasala Harini" userId="a43fac1939f8d205" providerId="LiveId" clId="{E7A54BC8-65DA-4538-AAED-9F147DC6437B}" dt="2026-09-29T04:08:50.642" v="95" actId="113"/>
          <ac:spMkLst>
            <pc:docMk/>
            <pc:sldMk cId="2330033538" sldId="432"/>
            <ac:spMk id="8" creationId="{8D573B9C-6555-00E1-0D68-26F034C53609}"/>
          </ac:spMkLst>
        </pc:spChg>
      </pc:sldChg>
      <pc:sldChg chg="modSp mod">
        <pc:chgData name="Pasala Harini" userId="a43fac1939f8d205" providerId="LiveId" clId="{E7A54BC8-65DA-4538-AAED-9F147DC6437B}" dt="2026-09-29T04:10:15.129" v="106" actId="404"/>
        <pc:sldMkLst>
          <pc:docMk/>
          <pc:sldMk cId="969609640" sldId="572"/>
        </pc:sldMkLst>
        <pc:spChg chg="mod">
          <ac:chgData name="Pasala Harini" userId="a43fac1939f8d205" providerId="LiveId" clId="{E7A54BC8-65DA-4538-AAED-9F147DC6437B}" dt="2026-09-28T16:51:17.718" v="42" actId="1076"/>
          <ac:spMkLst>
            <pc:docMk/>
            <pc:sldMk cId="969609640" sldId="572"/>
            <ac:spMk id="5" creationId="{7FCE3D1F-FE03-C000-DBE7-358E0F77A41D}"/>
          </ac:spMkLst>
        </pc:spChg>
        <pc:spChg chg="mod">
          <ac:chgData name="Pasala Harini" userId="a43fac1939f8d205" providerId="LiveId" clId="{E7A54BC8-65DA-4538-AAED-9F147DC6437B}" dt="2026-09-29T04:10:15.129" v="106" actId="404"/>
          <ac:spMkLst>
            <pc:docMk/>
            <pc:sldMk cId="969609640" sldId="572"/>
            <ac:spMk id="6" creationId="{7862E4AC-212E-43EC-956C-B30F3E8CC9D6}"/>
          </ac:spMkLst>
        </pc:spChg>
        <pc:picChg chg="mod">
          <ac:chgData name="Pasala Harini" userId="a43fac1939f8d205" providerId="LiveId" clId="{E7A54BC8-65DA-4538-AAED-9F147DC6437B}" dt="2026-09-28T16:51:14.296" v="41" actId="14100"/>
          <ac:picMkLst>
            <pc:docMk/>
            <pc:sldMk cId="969609640" sldId="572"/>
            <ac:picMk id="3" creationId="{5F4513AA-7A2F-3ACC-BB73-F5319B788AD2}"/>
          </ac:picMkLst>
        </pc:picChg>
      </pc:sldChg>
      <pc:sldChg chg="addSp delSp modSp mod">
        <pc:chgData name="Pasala Harini" userId="a43fac1939f8d205" providerId="LiveId" clId="{E7A54BC8-65DA-4538-AAED-9F147DC6437B}" dt="2026-09-30T15:06:41.098" v="395" actId="1076"/>
        <pc:sldMkLst>
          <pc:docMk/>
          <pc:sldMk cId="4210108629" sldId="573"/>
        </pc:sldMkLst>
        <pc:spChg chg="add del mod">
          <ac:chgData name="Pasala Harini" userId="a43fac1939f8d205" providerId="LiveId" clId="{E7A54BC8-65DA-4538-AAED-9F147DC6437B}" dt="2026-09-30T15:05:25.665" v="348"/>
          <ac:spMkLst>
            <pc:docMk/>
            <pc:sldMk cId="4210108629" sldId="573"/>
            <ac:spMk id="2" creationId="{749185DE-1C03-CA71-C967-D158E352BC10}"/>
          </ac:spMkLst>
        </pc:spChg>
        <pc:spChg chg="add mod">
          <ac:chgData name="Pasala Harini" userId="a43fac1939f8d205" providerId="LiveId" clId="{E7A54BC8-65DA-4538-AAED-9F147DC6437B}" dt="2026-09-30T15:06:41.098" v="395" actId="1076"/>
          <ac:spMkLst>
            <pc:docMk/>
            <pc:sldMk cId="4210108629" sldId="573"/>
            <ac:spMk id="3" creationId="{722188A3-9DE5-06AB-8D14-F7246CDB24C8}"/>
          </ac:spMkLst>
        </pc:spChg>
        <pc:spChg chg="mod">
          <ac:chgData name="Pasala Harini" userId="a43fac1939f8d205" providerId="LiveId" clId="{E7A54BC8-65DA-4538-AAED-9F147DC6437B}" dt="2026-09-30T09:46:53.518" v="299" actId="14100"/>
          <ac:spMkLst>
            <pc:docMk/>
            <pc:sldMk cId="4210108629" sldId="573"/>
            <ac:spMk id="5" creationId="{1A3D2A67-5C04-F19E-BFB0-2BBC6E3C79EE}"/>
          </ac:spMkLst>
        </pc:spChg>
        <pc:spChg chg="del">
          <ac:chgData name="Pasala Harini" userId="a43fac1939f8d205" providerId="LiveId" clId="{E7A54BC8-65DA-4538-AAED-9F147DC6437B}" dt="2026-09-29T04:10:40.984" v="111" actId="478"/>
          <ac:spMkLst>
            <pc:docMk/>
            <pc:sldMk cId="4210108629" sldId="573"/>
            <ac:spMk id="6" creationId="{7862E4AC-212E-43EC-956C-B30F3E8CC9D6}"/>
          </ac:spMkLst>
        </pc:spChg>
        <pc:picChg chg="del mod">
          <ac:chgData name="Pasala Harini" userId="a43fac1939f8d205" providerId="LiveId" clId="{E7A54BC8-65DA-4538-AAED-9F147DC6437B}" dt="2026-09-29T17:42:50.384" v="250" actId="21"/>
          <ac:picMkLst>
            <pc:docMk/>
            <pc:sldMk cId="4210108629" sldId="573"/>
            <ac:picMk id="3" creationId="{25D9A582-7444-6A7E-F30B-A2675A8D26D9}"/>
          </ac:picMkLst>
        </pc:picChg>
        <pc:picChg chg="add mod">
          <ac:chgData name="Pasala Harini" userId="a43fac1939f8d205" providerId="LiveId" clId="{E7A54BC8-65DA-4538-AAED-9F147DC6437B}" dt="2026-09-29T17:43:24.098" v="259" actId="14100"/>
          <ac:picMkLst>
            <pc:docMk/>
            <pc:sldMk cId="4210108629" sldId="573"/>
            <ac:picMk id="4" creationId="{7920D9B3-BE79-22BA-F37E-2AD5985C037B}"/>
          </ac:picMkLst>
        </pc:picChg>
        <pc:picChg chg="del mod">
          <ac:chgData name="Pasala Harini" userId="a43fac1939f8d205" providerId="LiveId" clId="{E7A54BC8-65DA-4538-AAED-9F147DC6437B}" dt="2026-09-29T17:43:11.925" v="255" actId="478"/>
          <ac:picMkLst>
            <pc:docMk/>
            <pc:sldMk cId="4210108629" sldId="573"/>
            <ac:picMk id="7" creationId="{73881C6C-EEE5-10BB-78A8-18C29E4A520C}"/>
          </ac:picMkLst>
        </pc:picChg>
        <pc:picChg chg="del mod">
          <ac:chgData name="Pasala Harini" userId="a43fac1939f8d205" providerId="LiveId" clId="{E7A54BC8-65DA-4538-AAED-9F147DC6437B}" dt="2026-09-29T17:43:10.096" v="254" actId="478"/>
          <ac:picMkLst>
            <pc:docMk/>
            <pc:sldMk cId="4210108629" sldId="573"/>
            <ac:picMk id="9" creationId="{6F68061D-C4B0-F214-C528-4954FB12A6E8}"/>
          </ac:picMkLst>
        </pc:picChg>
      </pc:sldChg>
      <pc:sldChg chg="modSp mod">
        <pc:chgData name="Pasala Harini" userId="a43fac1939f8d205" providerId="LiveId" clId="{E7A54BC8-65DA-4538-AAED-9F147DC6437B}" dt="2026-09-29T17:38:21.671" v="227" actId="404"/>
        <pc:sldMkLst>
          <pc:docMk/>
          <pc:sldMk cId="1266168113" sldId="578"/>
        </pc:sldMkLst>
        <pc:spChg chg="mod">
          <ac:chgData name="Pasala Harini" userId="a43fac1939f8d205" providerId="LiveId" clId="{E7A54BC8-65DA-4538-AAED-9F147DC6437B}" dt="2026-09-29T04:09:55.854" v="101" actId="404"/>
          <ac:spMkLst>
            <pc:docMk/>
            <pc:sldMk cId="1266168113" sldId="578"/>
            <ac:spMk id="7" creationId="{7862E4AC-212E-43EC-956C-B30F3E8CC9D6}"/>
          </ac:spMkLst>
        </pc:spChg>
        <pc:spChg chg="mod">
          <ac:chgData name="Pasala Harini" userId="a43fac1939f8d205" providerId="LiveId" clId="{E7A54BC8-65DA-4538-AAED-9F147DC6437B}" dt="2026-09-29T17:38:21.671" v="227" actId="404"/>
          <ac:spMkLst>
            <pc:docMk/>
            <pc:sldMk cId="1266168113" sldId="578"/>
            <ac:spMk id="9" creationId="{05440583-7BF8-97BA-39B1-5B9E62885429}"/>
          </ac:spMkLst>
        </pc:spChg>
      </pc:sldChg>
      <pc:sldChg chg="modSp mod">
        <pc:chgData name="Pasala Harini" userId="a43fac1939f8d205" providerId="LiveId" clId="{E7A54BC8-65DA-4538-AAED-9F147DC6437B}" dt="2026-09-28T16:55:46.331" v="79" actId="1076"/>
        <pc:sldMkLst>
          <pc:docMk/>
          <pc:sldMk cId="4128008891" sldId="579"/>
        </pc:sldMkLst>
        <pc:spChg chg="mod">
          <ac:chgData name="Pasala Harini" userId="a43fac1939f8d205" providerId="LiveId" clId="{E7A54BC8-65DA-4538-AAED-9F147DC6437B}" dt="2026-09-28T16:55:46.331" v="79" actId="1076"/>
          <ac:spMkLst>
            <pc:docMk/>
            <pc:sldMk cId="4128008891" sldId="579"/>
            <ac:spMk id="6" creationId="{327050FF-8130-C4A5-5CC4-84CE300DB268}"/>
          </ac:spMkLst>
        </pc:spChg>
      </pc:sldChg>
      <pc:sldChg chg="delSp modSp mod">
        <pc:chgData name="Pasala Harini" userId="a43fac1939f8d205" providerId="LiveId" clId="{E7A54BC8-65DA-4538-AAED-9F147DC6437B}" dt="2026-09-29T04:11:01.163" v="116" actId="14100"/>
        <pc:sldMkLst>
          <pc:docMk/>
          <pc:sldMk cId="1551062153" sldId="580"/>
        </pc:sldMkLst>
        <pc:spChg chg="mod">
          <ac:chgData name="Pasala Harini" userId="a43fac1939f8d205" providerId="LiveId" clId="{E7A54BC8-65DA-4538-AAED-9F147DC6437B}" dt="2026-09-28T16:51:53.207" v="46" actId="1076"/>
          <ac:spMkLst>
            <pc:docMk/>
            <pc:sldMk cId="1551062153" sldId="580"/>
            <ac:spMk id="5" creationId="{92711EC5-1B4F-4A38-70EE-6EF19D700A29}"/>
          </ac:spMkLst>
        </pc:spChg>
        <pc:spChg chg="del mod">
          <ac:chgData name="Pasala Harini" userId="a43fac1939f8d205" providerId="LiveId" clId="{E7A54BC8-65DA-4538-AAED-9F147DC6437B}" dt="2026-09-29T04:10:24.841" v="108" actId="478"/>
          <ac:spMkLst>
            <pc:docMk/>
            <pc:sldMk cId="1551062153" sldId="580"/>
            <ac:spMk id="6" creationId="{B44B98DD-3DBB-B787-302B-FF43DFF5E5CA}"/>
          </ac:spMkLst>
        </pc:spChg>
        <pc:picChg chg="mod">
          <ac:chgData name="Pasala Harini" userId="a43fac1939f8d205" providerId="LiveId" clId="{E7A54BC8-65DA-4538-AAED-9F147DC6437B}" dt="2026-09-29T04:11:01.163" v="116" actId="14100"/>
          <ac:picMkLst>
            <pc:docMk/>
            <pc:sldMk cId="1551062153" sldId="580"/>
            <ac:picMk id="3" creationId="{3C3BD0CA-668F-1F53-D54A-221AE773B462}"/>
          </ac:picMkLst>
        </pc:picChg>
        <pc:picChg chg="mod">
          <ac:chgData name="Pasala Harini" userId="a43fac1939f8d205" providerId="LiveId" clId="{E7A54BC8-65DA-4538-AAED-9F147DC6437B}" dt="2026-09-29T04:10:55.095" v="114" actId="14100"/>
          <ac:picMkLst>
            <pc:docMk/>
            <pc:sldMk cId="1551062153" sldId="580"/>
            <ac:picMk id="7" creationId="{EC70A956-D7D4-2391-E754-AC878EF550ED}"/>
          </ac:picMkLst>
        </pc:picChg>
        <pc:picChg chg="mod">
          <ac:chgData name="Pasala Harini" userId="a43fac1939f8d205" providerId="LiveId" clId="{E7A54BC8-65DA-4538-AAED-9F147DC6437B}" dt="2026-09-28T16:52:53.014" v="56" actId="14861"/>
          <ac:picMkLst>
            <pc:docMk/>
            <pc:sldMk cId="1551062153" sldId="580"/>
            <ac:picMk id="9" creationId="{AFED696B-06E5-4E7A-FDD5-2B982AA1144E}"/>
          </ac:picMkLst>
        </pc:picChg>
      </pc:sldChg>
      <pc:sldChg chg="addSp delSp modSp del mod">
        <pc:chgData name="Pasala Harini" userId="a43fac1939f8d205" providerId="LiveId" clId="{E7A54BC8-65DA-4538-AAED-9F147DC6437B}" dt="2026-09-30T09:55:06.507" v="341" actId="47"/>
        <pc:sldMkLst>
          <pc:docMk/>
          <pc:sldMk cId="1252088719" sldId="581"/>
        </pc:sldMkLst>
        <pc:spChg chg="del mod">
          <ac:chgData name="Pasala Harini" userId="a43fac1939f8d205" providerId="LiveId" clId="{E7A54BC8-65DA-4538-AAED-9F147DC6437B}" dt="2026-09-30T09:54:42.713" v="334"/>
          <ac:spMkLst>
            <pc:docMk/>
            <pc:sldMk cId="1252088719" sldId="581"/>
            <ac:spMk id="5" creationId="{3AB1DA72-960C-A29A-D6CA-F40106A859DD}"/>
          </ac:spMkLst>
        </pc:spChg>
        <pc:spChg chg="del">
          <ac:chgData name="Pasala Harini" userId="a43fac1939f8d205" providerId="LiveId" clId="{E7A54BC8-65DA-4538-AAED-9F147DC6437B}" dt="2026-09-29T04:13:30.879" v="142" actId="478"/>
          <ac:spMkLst>
            <pc:docMk/>
            <pc:sldMk cId="1252088719" sldId="581"/>
            <ac:spMk id="6" creationId="{BD3B7ED8-30B4-F8F3-A610-7661DD8D0ECB}"/>
          </ac:spMkLst>
        </pc:spChg>
        <pc:picChg chg="del mod">
          <ac:chgData name="Pasala Harini" userId="a43fac1939f8d205" providerId="LiveId" clId="{E7A54BC8-65DA-4538-AAED-9F147DC6437B}" dt="2026-09-29T04:47:29.412" v="185" actId="478"/>
          <ac:picMkLst>
            <pc:docMk/>
            <pc:sldMk cId="1252088719" sldId="581"/>
            <ac:picMk id="3" creationId="{E156C1BC-822E-FBDA-82C1-137B2E7F85EE}"/>
          </ac:picMkLst>
        </pc:picChg>
        <pc:picChg chg="add del mod">
          <ac:chgData name="Pasala Harini" userId="a43fac1939f8d205" providerId="LiveId" clId="{E7A54BC8-65DA-4538-AAED-9F147DC6437B}" dt="2026-09-30T09:54:10.603" v="324" actId="21"/>
          <ac:picMkLst>
            <pc:docMk/>
            <pc:sldMk cId="1252088719" sldId="581"/>
            <ac:picMk id="4" creationId="{2CDC628F-AB90-4F4E-1F99-2307B8B29FC7}"/>
          </ac:picMkLst>
        </pc:picChg>
        <pc:picChg chg="add del mod">
          <ac:chgData name="Pasala Harini" userId="a43fac1939f8d205" providerId="LiveId" clId="{E7A54BC8-65DA-4538-AAED-9F147DC6437B}" dt="2026-09-30T09:51:14.670" v="312" actId="478"/>
          <ac:picMkLst>
            <pc:docMk/>
            <pc:sldMk cId="1252088719" sldId="581"/>
            <ac:picMk id="7" creationId="{C8BB0ADA-418E-442E-6CA7-9EC9E8687C29}"/>
          </ac:picMkLst>
        </pc:picChg>
      </pc:sldChg>
      <pc:sldChg chg="addSp delSp modSp mod">
        <pc:chgData name="Pasala Harini" userId="a43fac1939f8d205" providerId="LiveId" clId="{E7A54BC8-65DA-4538-AAED-9F147DC6437B}" dt="2026-09-30T09:49:53.352" v="311" actId="14100"/>
        <pc:sldMkLst>
          <pc:docMk/>
          <pc:sldMk cId="2305683475" sldId="582"/>
        </pc:sldMkLst>
        <pc:spChg chg="mod">
          <ac:chgData name="Pasala Harini" userId="a43fac1939f8d205" providerId="LiveId" clId="{E7A54BC8-65DA-4538-AAED-9F147DC6437B}" dt="2026-09-30T09:49:53.352" v="311" actId="14100"/>
          <ac:spMkLst>
            <pc:docMk/>
            <pc:sldMk cId="2305683475" sldId="582"/>
            <ac:spMk id="5" creationId="{0DEBCEC4-7319-EA14-A623-46C2DA843DC9}"/>
          </ac:spMkLst>
        </pc:spChg>
        <pc:spChg chg="del">
          <ac:chgData name="Pasala Harini" userId="a43fac1939f8d205" providerId="LiveId" clId="{E7A54BC8-65DA-4538-AAED-9F147DC6437B}" dt="2026-09-29T04:10:29.075" v="109" actId="478"/>
          <ac:spMkLst>
            <pc:docMk/>
            <pc:sldMk cId="2305683475" sldId="582"/>
            <ac:spMk id="6" creationId="{9DCC1A73-C8D1-720C-DA6D-83BF4E627FC6}"/>
          </ac:spMkLst>
        </pc:spChg>
        <pc:picChg chg="add mod">
          <ac:chgData name="Pasala Harini" userId="a43fac1939f8d205" providerId="LiveId" clId="{E7A54BC8-65DA-4538-AAED-9F147DC6437B}" dt="2026-09-29T17:41:34.820" v="244" actId="1076"/>
          <ac:picMkLst>
            <pc:docMk/>
            <pc:sldMk cId="2305683475" sldId="582"/>
            <ac:picMk id="3" creationId="{A0077CFA-7773-CA7D-6BA4-21E4D2BAD1C8}"/>
          </ac:picMkLst>
        </pc:picChg>
        <pc:picChg chg="del mod">
          <ac:chgData name="Pasala Harini" userId="a43fac1939f8d205" providerId="LiveId" clId="{E7A54BC8-65DA-4538-AAED-9F147DC6437B}" dt="2026-09-29T04:19:31.175" v="147" actId="478"/>
          <ac:picMkLst>
            <pc:docMk/>
            <pc:sldMk cId="2305683475" sldId="582"/>
            <ac:picMk id="3" creationId="{DC258007-DA6E-102E-F099-241DA162CA2D}"/>
          </ac:picMkLst>
        </pc:picChg>
        <pc:picChg chg="add mod">
          <ac:chgData name="Pasala Harini" userId="a43fac1939f8d205" providerId="LiveId" clId="{E7A54BC8-65DA-4538-AAED-9F147DC6437B}" dt="2026-09-29T17:41:13.362" v="239" actId="1076"/>
          <ac:picMkLst>
            <pc:docMk/>
            <pc:sldMk cId="2305683475" sldId="582"/>
            <ac:picMk id="4" creationId="{53841D39-4505-0E3D-E5C4-1CC81393D441}"/>
          </ac:picMkLst>
        </pc:picChg>
        <pc:picChg chg="add del">
          <ac:chgData name="Pasala Harini" userId="a43fac1939f8d205" providerId="LiveId" clId="{E7A54BC8-65DA-4538-AAED-9F147DC6437B}" dt="2026-09-30T09:48:26.286" v="301" actId="22"/>
          <ac:picMkLst>
            <pc:docMk/>
            <pc:sldMk cId="2305683475" sldId="582"/>
            <ac:picMk id="6" creationId="{F94D8F96-5E42-7194-A03B-37548FACE4CC}"/>
          </ac:picMkLst>
        </pc:picChg>
      </pc:sldChg>
      <pc:sldChg chg="delSp modSp del mod ord">
        <pc:chgData name="Pasala Harini" userId="a43fac1939f8d205" providerId="LiveId" clId="{E7A54BC8-65DA-4538-AAED-9F147DC6437B}" dt="2026-09-29T17:46:42.853" v="285" actId="47"/>
        <pc:sldMkLst>
          <pc:docMk/>
          <pc:sldMk cId="3107207361" sldId="583"/>
        </pc:sldMkLst>
        <pc:spChg chg="del">
          <ac:chgData name="Pasala Harini" userId="a43fac1939f8d205" providerId="LiveId" clId="{E7A54BC8-65DA-4538-AAED-9F147DC6437B}" dt="2026-09-29T04:10:33.505" v="110" actId="478"/>
          <ac:spMkLst>
            <pc:docMk/>
            <pc:sldMk cId="3107207361" sldId="583"/>
            <ac:spMk id="6" creationId="{614BD3B0-17ED-C1B2-A2F6-7C9011EE9760}"/>
          </ac:spMkLst>
        </pc:spChg>
        <pc:picChg chg="del mod">
          <ac:chgData name="Pasala Harini" userId="a43fac1939f8d205" providerId="LiveId" clId="{E7A54BC8-65DA-4538-AAED-9F147DC6437B}" dt="2026-09-29T17:44:21.161" v="264" actId="478"/>
          <ac:picMkLst>
            <pc:docMk/>
            <pc:sldMk cId="3107207361" sldId="583"/>
            <ac:picMk id="7" creationId="{C160FCA0-531F-2319-950E-C72B58405003}"/>
          </ac:picMkLst>
        </pc:picChg>
      </pc:sldChg>
      <pc:sldChg chg="addSp delSp modSp new mod ord">
        <pc:chgData name="Pasala Harini" userId="a43fac1939f8d205" providerId="LiveId" clId="{E7A54BC8-65DA-4538-AAED-9F147DC6437B}" dt="2026-09-29T17:46:25.157" v="283" actId="14100"/>
        <pc:sldMkLst>
          <pc:docMk/>
          <pc:sldMk cId="3597504881" sldId="584"/>
        </pc:sldMkLst>
        <pc:picChg chg="add del mod">
          <ac:chgData name="Pasala Harini" userId="a43fac1939f8d205" providerId="LiveId" clId="{E7A54BC8-65DA-4538-AAED-9F147DC6437B}" dt="2026-09-29T17:43:15.759" v="256" actId="21"/>
          <ac:picMkLst>
            <pc:docMk/>
            <pc:sldMk cId="3597504881" sldId="584"/>
            <ac:picMk id="6" creationId="{15C3FF3B-FEE9-7246-38E1-5CC0781940B7}"/>
          </ac:picMkLst>
        </pc:picChg>
        <pc:picChg chg="add mod">
          <ac:chgData name="Pasala Harini" userId="a43fac1939f8d205" providerId="LiveId" clId="{E7A54BC8-65DA-4538-AAED-9F147DC6437B}" dt="2026-09-29T17:46:25.157" v="283" actId="14100"/>
          <ac:picMkLst>
            <pc:docMk/>
            <pc:sldMk cId="3597504881" sldId="584"/>
            <ac:picMk id="7" creationId="{81C166F0-0ED9-232A-638B-D8027A380AC4}"/>
          </ac:picMkLst>
        </pc:picChg>
        <pc:picChg chg="add mod">
          <ac:chgData name="Pasala Harini" userId="a43fac1939f8d205" providerId="LiveId" clId="{E7A54BC8-65DA-4538-AAED-9F147DC6437B}" dt="2026-09-29T17:46:20.665" v="282" actId="14100"/>
          <ac:picMkLst>
            <pc:docMk/>
            <pc:sldMk cId="3597504881" sldId="584"/>
            <ac:picMk id="8" creationId="{01B2B359-428F-9DC5-4FDE-26D39BC3F0E6}"/>
          </ac:picMkLst>
        </pc:picChg>
      </pc:sldChg>
      <pc:sldChg chg="addSp delSp modSp new add del mod">
        <pc:chgData name="Pasala Harini" userId="a43fac1939f8d205" providerId="LiveId" clId="{E7A54BC8-65DA-4538-AAED-9F147DC6437B}" dt="2026-09-29T17:46:29.319" v="284" actId="47"/>
        <pc:sldMkLst>
          <pc:docMk/>
          <pc:sldMk cId="1471650649" sldId="585"/>
        </pc:sldMkLst>
        <pc:picChg chg="add del">
          <ac:chgData name="Pasala Harini" userId="a43fac1939f8d205" providerId="LiveId" clId="{E7A54BC8-65DA-4538-AAED-9F147DC6437B}" dt="2026-09-29T17:43:42.976" v="261" actId="478"/>
          <ac:picMkLst>
            <pc:docMk/>
            <pc:sldMk cId="1471650649" sldId="585"/>
            <ac:picMk id="6" creationId="{6F6BDCB9-986F-1118-1E05-53728F134A3E}"/>
          </ac:picMkLst>
        </pc:picChg>
        <pc:picChg chg="add del">
          <ac:chgData name="Pasala Harini" userId="a43fac1939f8d205" providerId="LiveId" clId="{E7A54BC8-65DA-4538-AAED-9F147DC6437B}" dt="2026-09-29T17:43:48.311" v="262" actId="478"/>
          <ac:picMkLst>
            <pc:docMk/>
            <pc:sldMk cId="1471650649" sldId="585"/>
            <ac:picMk id="8" creationId="{1F65F684-1E20-577B-25B6-91006CC9B8F1}"/>
          </ac:picMkLst>
        </pc:picChg>
        <pc:picChg chg="add del">
          <ac:chgData name="Pasala Harini" userId="a43fac1939f8d205" providerId="LiveId" clId="{E7A54BC8-65DA-4538-AAED-9F147DC6437B}" dt="2026-09-29T17:43:50.226" v="263" actId="478"/>
          <ac:picMkLst>
            <pc:docMk/>
            <pc:sldMk cId="1471650649" sldId="585"/>
            <ac:picMk id="10" creationId="{B69D0BB5-CC1C-0702-C171-3BB748405CDF}"/>
          </ac:picMkLst>
        </pc:picChg>
        <pc:picChg chg="add del mod">
          <ac:chgData name="Pasala Harini" userId="a43fac1939f8d205" providerId="LiveId" clId="{E7A54BC8-65DA-4538-AAED-9F147DC6437B}" dt="2026-09-29T17:46:07.786" v="278" actId="21"/>
          <ac:picMkLst>
            <pc:docMk/>
            <pc:sldMk cId="1471650649" sldId="585"/>
            <ac:picMk id="12" creationId="{24C023EC-9C2B-2455-2580-ED6F797019CD}"/>
          </ac:picMkLst>
        </pc:picChg>
      </pc:sldChg>
      <pc:sldChg chg="addSp delSp modSp new mod">
        <pc:chgData name="Pasala Harini" userId="a43fac1939f8d205" providerId="LiveId" clId="{E7A54BC8-65DA-4538-AAED-9F147DC6437B}" dt="2026-09-30T15:08:42.061" v="442" actId="1076"/>
        <pc:sldMkLst>
          <pc:docMk/>
          <pc:sldMk cId="3364757397" sldId="586"/>
        </pc:sldMkLst>
        <pc:spChg chg="add mod">
          <ac:chgData name="Pasala Harini" userId="a43fac1939f8d205" providerId="LiveId" clId="{E7A54BC8-65DA-4538-AAED-9F147DC6437B}" dt="2026-09-30T09:54:05.507" v="323" actId="1076"/>
          <ac:spMkLst>
            <pc:docMk/>
            <pc:sldMk cId="3364757397" sldId="586"/>
            <ac:spMk id="5" creationId="{13A63782-9B9E-8864-EC70-EB296A8C656C}"/>
          </ac:spMkLst>
        </pc:spChg>
        <pc:spChg chg="add mod">
          <ac:chgData name="Pasala Harini" userId="a43fac1939f8d205" providerId="LiveId" clId="{E7A54BC8-65DA-4538-AAED-9F147DC6437B}" dt="2026-09-30T15:07:41.907" v="397" actId="1076"/>
          <ac:spMkLst>
            <pc:docMk/>
            <pc:sldMk cId="3364757397" sldId="586"/>
            <ac:spMk id="9" creationId="{2309705A-F395-16FC-16FE-70B2F1B87798}"/>
          </ac:spMkLst>
        </pc:spChg>
        <pc:spChg chg="add del mod">
          <ac:chgData name="Pasala Harini" userId="a43fac1939f8d205" providerId="LiveId" clId="{E7A54BC8-65DA-4538-AAED-9F147DC6437B}" dt="2026-09-30T10:18:43.456" v="343" actId="478"/>
          <ac:spMkLst>
            <pc:docMk/>
            <pc:sldMk cId="3364757397" sldId="586"/>
            <ac:spMk id="10" creationId="{F560D7BF-40C5-A92A-C7D9-6E9886F2798B}"/>
          </ac:spMkLst>
        </pc:spChg>
        <pc:spChg chg="add mod">
          <ac:chgData name="Pasala Harini" userId="a43fac1939f8d205" providerId="LiveId" clId="{E7A54BC8-65DA-4538-AAED-9F147DC6437B}" dt="2026-09-30T15:08:42.061" v="442" actId="1076"/>
          <ac:spMkLst>
            <pc:docMk/>
            <pc:sldMk cId="3364757397" sldId="586"/>
            <ac:spMk id="11" creationId="{7A351FC5-F330-E852-1499-7BEC10AA23FE}"/>
          </ac:spMkLst>
        </pc:spChg>
        <pc:picChg chg="add mod">
          <ac:chgData name="Pasala Harini" userId="a43fac1939f8d205" providerId="LiveId" clId="{E7A54BC8-65DA-4538-AAED-9F147DC6437B}" dt="2026-09-30T09:54:36.138" v="331" actId="1076"/>
          <ac:picMkLst>
            <pc:docMk/>
            <pc:sldMk cId="3364757397" sldId="586"/>
            <ac:picMk id="6" creationId="{BFAF3B2E-90A8-1FED-91E3-CFEF25035AF6}"/>
          </ac:picMkLst>
        </pc:picChg>
        <pc:picChg chg="add mod">
          <ac:chgData name="Pasala Harini" userId="a43fac1939f8d205" providerId="LiveId" clId="{E7A54BC8-65DA-4538-AAED-9F147DC6437B}" dt="2026-09-30T15:07:30.313" v="396" actId="1076"/>
          <ac:picMkLst>
            <pc:docMk/>
            <pc:sldMk cId="3364757397" sldId="586"/>
            <ac:picMk id="8" creationId="{37F38872-2B93-73E4-721F-0EF3445B6FF0}"/>
          </ac:picMkLst>
        </pc:picChg>
      </pc:sldChg>
      <pc:sldChg chg="addSp delSp modSp new mod">
        <pc:chgData name="Pasala Harini" userId="a43fac1939f8d205" providerId="LiveId" clId="{E7A54BC8-65DA-4538-AAED-9F147DC6437B}" dt="2026-09-30T15:14:54.773" v="459" actId="1076"/>
        <pc:sldMkLst>
          <pc:docMk/>
          <pc:sldMk cId="825377146" sldId="587"/>
        </pc:sldMkLst>
        <pc:picChg chg="add del mod">
          <ac:chgData name="Pasala Harini" userId="a43fac1939f8d205" providerId="LiveId" clId="{E7A54BC8-65DA-4538-AAED-9F147DC6437B}" dt="2026-09-30T15:14:39.774" v="454" actId="21"/>
          <ac:picMkLst>
            <pc:docMk/>
            <pc:sldMk cId="825377146" sldId="587"/>
            <ac:picMk id="6" creationId="{7C26BDBF-DD17-1AAC-2647-4E7CCF7E6EF0}"/>
          </ac:picMkLst>
        </pc:picChg>
        <pc:picChg chg="add mod">
          <ac:chgData name="Pasala Harini" userId="a43fac1939f8d205" providerId="LiveId" clId="{E7A54BC8-65DA-4538-AAED-9F147DC6437B}" dt="2026-09-30T15:14:54.773" v="459" actId="1076"/>
          <ac:picMkLst>
            <pc:docMk/>
            <pc:sldMk cId="825377146" sldId="587"/>
            <ac:picMk id="8" creationId="{853306CD-BEE5-ED52-D138-D3289EFD592B}"/>
          </ac:picMkLst>
        </pc:picChg>
      </pc:sldChg>
      <pc:sldChg chg="addSp delSp modSp new mod ord">
        <pc:chgData name="Pasala Harini" userId="a43fac1939f8d205" providerId="LiveId" clId="{E7A54BC8-65DA-4538-AAED-9F147DC6437B}" dt="2026-09-30T15:42:08.602" v="689" actId="1076"/>
        <pc:sldMkLst>
          <pc:docMk/>
          <pc:sldMk cId="2007204440" sldId="588"/>
        </pc:sldMkLst>
        <pc:spChg chg="add mod">
          <ac:chgData name="Pasala Harini" userId="a43fac1939f8d205" providerId="LiveId" clId="{E7A54BC8-65DA-4538-AAED-9F147DC6437B}" dt="2026-09-30T15:15:51.576" v="507" actId="1076"/>
          <ac:spMkLst>
            <pc:docMk/>
            <pc:sldMk cId="2007204440" sldId="588"/>
            <ac:spMk id="9" creationId="{F7F7C3E0-7F16-3FBB-7354-5F5B1E3188EB}"/>
          </ac:spMkLst>
        </pc:spChg>
        <pc:picChg chg="add mod">
          <ac:chgData name="Pasala Harini" userId="a43fac1939f8d205" providerId="LiveId" clId="{E7A54BC8-65DA-4538-AAED-9F147DC6437B}" dt="2026-09-30T15:42:07.066" v="688" actId="1076"/>
          <ac:picMkLst>
            <pc:docMk/>
            <pc:sldMk cId="2007204440" sldId="588"/>
            <ac:picMk id="6" creationId="{622ECC51-6818-D349-CCAE-8B5B6141C519}"/>
          </ac:picMkLst>
        </pc:picChg>
        <pc:picChg chg="add mod">
          <ac:chgData name="Pasala Harini" userId="a43fac1939f8d205" providerId="LiveId" clId="{E7A54BC8-65DA-4538-AAED-9F147DC6437B}" dt="2026-09-30T15:42:08.602" v="689" actId="1076"/>
          <ac:picMkLst>
            <pc:docMk/>
            <pc:sldMk cId="2007204440" sldId="588"/>
            <ac:picMk id="8" creationId="{7D6D80F1-A4B4-4583-4336-AD74737A484F}"/>
          </ac:picMkLst>
        </pc:picChg>
        <pc:picChg chg="add del mod">
          <ac:chgData name="Pasala Harini" userId="a43fac1939f8d205" providerId="LiveId" clId="{E7A54BC8-65DA-4538-AAED-9F147DC6437B}" dt="2026-09-30T15:41:34.054" v="677" actId="21"/>
          <ac:picMkLst>
            <pc:docMk/>
            <pc:sldMk cId="2007204440" sldId="588"/>
            <ac:picMk id="11" creationId="{900FBD39-F505-B0F1-1F38-6E8A3591328A}"/>
          </ac:picMkLst>
        </pc:picChg>
      </pc:sldChg>
      <pc:sldChg chg="addSp modSp new mod ord">
        <pc:chgData name="Pasala Harini" userId="a43fac1939f8d205" providerId="LiveId" clId="{E7A54BC8-65DA-4538-AAED-9F147DC6437B}" dt="2026-09-30T15:21:38.896" v="578" actId="1076"/>
        <pc:sldMkLst>
          <pc:docMk/>
          <pc:sldMk cId="1935650526" sldId="589"/>
        </pc:sldMkLst>
        <pc:spChg chg="add mod">
          <ac:chgData name="Pasala Harini" userId="a43fac1939f8d205" providerId="LiveId" clId="{E7A54BC8-65DA-4538-AAED-9F147DC6437B}" dt="2026-09-30T15:21:06.433" v="547" actId="1076"/>
          <ac:spMkLst>
            <pc:docMk/>
            <pc:sldMk cId="1935650526" sldId="589"/>
            <ac:spMk id="5" creationId="{681FE8CB-2188-92A6-DF37-1271A7832C66}"/>
          </ac:spMkLst>
        </pc:spChg>
        <pc:spChg chg="add mod">
          <ac:chgData name="Pasala Harini" userId="a43fac1939f8d205" providerId="LiveId" clId="{E7A54BC8-65DA-4538-AAED-9F147DC6437B}" dt="2026-09-30T15:21:38.896" v="578" actId="1076"/>
          <ac:spMkLst>
            <pc:docMk/>
            <pc:sldMk cId="1935650526" sldId="589"/>
            <ac:spMk id="6" creationId="{38DFC0A9-7679-6D6D-F535-E5B5922394F2}"/>
          </ac:spMkLst>
        </pc:spChg>
      </pc:sldChg>
      <pc:sldChg chg="addSp delSp modSp new mod ord">
        <pc:chgData name="Pasala Harini" userId="a43fac1939f8d205" providerId="LiveId" clId="{E7A54BC8-65DA-4538-AAED-9F147DC6437B}" dt="2026-09-30T15:30:39.606" v="668"/>
        <pc:sldMkLst>
          <pc:docMk/>
          <pc:sldMk cId="3611838434" sldId="590"/>
        </pc:sldMkLst>
        <pc:spChg chg="add del mod">
          <ac:chgData name="Pasala Harini" userId="a43fac1939f8d205" providerId="LiveId" clId="{E7A54BC8-65DA-4538-AAED-9F147DC6437B}" dt="2026-09-30T15:27:19.372" v="586"/>
          <ac:spMkLst>
            <pc:docMk/>
            <pc:sldMk cId="3611838434" sldId="590"/>
            <ac:spMk id="5" creationId="{4AB2F6A3-5E54-3D16-3A84-E2065535DEF5}"/>
          </ac:spMkLst>
        </pc:spChg>
        <pc:spChg chg="add mod">
          <ac:chgData name="Pasala Harini" userId="a43fac1939f8d205" providerId="LiveId" clId="{E7A54BC8-65DA-4538-AAED-9F147DC6437B}" dt="2026-09-30T15:28:25.093" v="635" actId="1076"/>
          <ac:spMkLst>
            <pc:docMk/>
            <pc:sldMk cId="3611838434" sldId="590"/>
            <ac:spMk id="8" creationId="{03A1CCEC-51CC-2BF5-D58C-328A19E4E7F3}"/>
          </ac:spMkLst>
        </pc:spChg>
        <pc:picChg chg="add mod">
          <ac:chgData name="Pasala Harini" userId="a43fac1939f8d205" providerId="LiveId" clId="{E7A54BC8-65DA-4538-AAED-9F147DC6437B}" dt="2026-09-30T15:27:41.957" v="592" actId="14100"/>
          <ac:picMkLst>
            <pc:docMk/>
            <pc:sldMk cId="3611838434" sldId="590"/>
            <ac:picMk id="7" creationId="{4599E619-49F5-DFAD-126E-DB6E95B114C5}"/>
          </ac:picMkLst>
        </pc:picChg>
      </pc:sldChg>
      <pc:sldChg chg="addSp delSp modSp new mod">
        <pc:chgData name="Pasala Harini" userId="a43fac1939f8d205" providerId="LiveId" clId="{E7A54BC8-65DA-4538-AAED-9F147DC6437B}" dt="2026-09-30T17:08:18.236" v="701" actId="14100"/>
        <pc:sldMkLst>
          <pc:docMk/>
          <pc:sldMk cId="2910460756" sldId="591"/>
        </pc:sldMkLst>
        <pc:spChg chg="add mod">
          <ac:chgData name="Pasala Harini" userId="a43fac1939f8d205" providerId="LiveId" clId="{E7A54BC8-65DA-4538-AAED-9F147DC6437B}" dt="2026-09-30T15:30:28.279" v="666" actId="1076"/>
          <ac:spMkLst>
            <pc:docMk/>
            <pc:sldMk cId="2910460756" sldId="591"/>
            <ac:spMk id="7" creationId="{F7AC80C0-791C-55E8-F1AA-81428B16CC9B}"/>
          </ac:spMkLst>
        </pc:spChg>
        <pc:spChg chg="add del mod">
          <ac:chgData name="Pasala Harini" userId="a43fac1939f8d205" providerId="LiveId" clId="{E7A54BC8-65DA-4538-AAED-9F147DC6437B}" dt="2026-09-30T15:44:37.027" v="697"/>
          <ac:spMkLst>
            <pc:docMk/>
            <pc:sldMk cId="2910460756" sldId="591"/>
            <ac:spMk id="8" creationId="{19E48B62-D6D0-1B8A-6DBA-B095D663C514}"/>
          </ac:spMkLst>
        </pc:spChg>
        <pc:picChg chg="add del mod">
          <ac:chgData name="Pasala Harini" userId="a43fac1939f8d205" providerId="LiveId" clId="{E7A54BC8-65DA-4538-AAED-9F147DC6437B}" dt="2026-09-30T15:32:12.968" v="669" actId="478"/>
          <ac:picMkLst>
            <pc:docMk/>
            <pc:sldMk cId="2910460756" sldId="591"/>
            <ac:picMk id="6" creationId="{F2B421BA-713C-5D0B-0B5D-83445331726A}"/>
          </ac:picMkLst>
        </pc:picChg>
        <pc:picChg chg="add mod">
          <ac:chgData name="Pasala Harini" userId="a43fac1939f8d205" providerId="LiveId" clId="{E7A54BC8-65DA-4538-AAED-9F147DC6437B}" dt="2026-09-30T17:08:18.236" v="701" actId="14100"/>
          <ac:picMkLst>
            <pc:docMk/>
            <pc:sldMk cId="2910460756" sldId="591"/>
            <ac:picMk id="10" creationId="{7BF569E9-E39E-F04D-6098-F19688369BCB}"/>
          </ac:picMkLst>
        </pc:picChg>
      </pc:sldChg>
      <pc:sldChg chg="addSp modSp new mod">
        <pc:chgData name="Pasala Harini" userId="a43fac1939f8d205" providerId="LiveId" clId="{E7A54BC8-65DA-4538-AAED-9F147DC6437B}" dt="2026-09-30T15:42:15.657" v="691" actId="14100"/>
        <pc:sldMkLst>
          <pc:docMk/>
          <pc:sldMk cId="444095180" sldId="592"/>
        </pc:sldMkLst>
        <pc:picChg chg="add mod">
          <ac:chgData name="Pasala Harini" userId="a43fac1939f8d205" providerId="LiveId" clId="{E7A54BC8-65DA-4538-AAED-9F147DC6437B}" dt="2026-09-30T15:42:15.657" v="691" actId="14100"/>
          <ac:picMkLst>
            <pc:docMk/>
            <pc:sldMk cId="444095180" sldId="592"/>
            <ac:picMk id="6" creationId="{E2D45278-D03E-BCE0-FCF7-2716B22B1B0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pPr/>
              <a:t>10/1/2026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10/1/2026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dirty="0"/>
          </a:p>
        </p:txBody>
      </p:sp>
    </p:spTree>
    <p:extLst>
      <p:ext uri="{BB962C8B-B14F-4D97-AF65-F5344CB8AC3E}">
        <p14:creationId xmlns:p14="http://schemas.microsoft.com/office/powerpoint/2010/main" val="20256349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dirty="0"/>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1125AD38-0796-B4A0-F437-8C37B4D1B9B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567608" y="592088"/>
            <a:ext cx="7609140" cy="1008112"/>
          </a:xfrm>
          <a:prstGeom prst="rect">
            <a:avLst/>
          </a:prstGeom>
        </p:spPr>
      </p:pic>
    </p:spTree>
    <p:extLst>
      <p:ext uri="{BB962C8B-B14F-4D97-AF65-F5344CB8AC3E}">
        <p14:creationId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a:extLst>
              <a:ext uri="{FF2B5EF4-FFF2-40B4-BE49-F238E27FC236}">
                <a16:creationId xmlns:a16="http://schemas.microsoft.com/office/drawing/2014/main" id="{C8CBE8F9-096B-48BD-AF91-C68E84B4AE0C}"/>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01-10-2026</a:t>
            </a:fld>
            <a:endParaRPr lang="en-US" dirty="0"/>
          </a:p>
        </p:txBody>
      </p:sp>
      <p:sp>
        <p:nvSpPr>
          <p:cNvPr id="11" name="Footer Placeholder 3">
            <a:extLst>
              <a:ext uri="{FF2B5EF4-FFF2-40B4-BE49-F238E27FC236}">
                <a16:creationId xmlns:a16="http://schemas.microsoft.com/office/drawing/2014/main" id="{9B80BD04-4FB9-48ED-8F04-82E1E9B47D6D}"/>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pic>
        <p:nvPicPr>
          <p:cNvPr id="1026" name="Picture 2">
            <a:extLst>
              <a:ext uri="{FF2B5EF4-FFF2-40B4-BE49-F238E27FC236}">
                <a16:creationId xmlns:a16="http://schemas.microsoft.com/office/drawing/2014/main" id="{A51A2048-2A34-7FBF-43D5-D3D3725F2AF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504257EF-5910-55BD-B426-CB8A9D6AA207}"/>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dirty="0"/>
          </a:p>
        </p:txBody>
      </p:sp>
    </p:spTree>
    <p:extLst>
      <p:ext uri="{BB962C8B-B14F-4D97-AF65-F5344CB8AC3E}">
        <p14:creationId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9367759-B4C6-4477-29E7-48E08870C81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a:extLst>
              <a:ext uri="{FF2B5EF4-FFF2-40B4-BE49-F238E27FC236}">
                <a16:creationId xmlns:a16="http://schemas.microsoft.com/office/drawing/2014/main" id="{DBBF301A-453A-BED0-C53C-37286AA00C5A}"/>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01-10-2026</a:t>
            </a:fld>
            <a:endParaRPr lang="en-US" dirty="0"/>
          </a:p>
        </p:txBody>
      </p:sp>
      <p:sp>
        <p:nvSpPr>
          <p:cNvPr id="7" name="Footer Placeholder 3">
            <a:extLst>
              <a:ext uri="{FF2B5EF4-FFF2-40B4-BE49-F238E27FC236}">
                <a16:creationId xmlns:a16="http://schemas.microsoft.com/office/drawing/2014/main" id="{1BBB8F58-91C5-AB5A-807E-19452F655655}"/>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Data Science                                                                K Vydehi, Asst Professor, CSE Dept.</a:t>
            </a:r>
          </a:p>
        </p:txBody>
      </p:sp>
      <p:sp>
        <p:nvSpPr>
          <p:cNvPr id="8" name="Slide Number Placeholder 3">
            <a:extLst>
              <a:ext uri="{FF2B5EF4-FFF2-40B4-BE49-F238E27FC236}">
                <a16:creationId xmlns:a16="http://schemas.microsoft.com/office/drawing/2014/main" id="{119C11AA-4309-9F6B-48A3-24FE199327D5}"/>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dirty="0"/>
          </a:p>
        </p:txBody>
      </p:sp>
    </p:spTree>
    <p:extLst>
      <p:ext uri="{BB962C8B-B14F-4D97-AF65-F5344CB8AC3E}">
        <p14:creationId xmlns:p14="http://schemas.microsoft.com/office/powerpoint/2010/main" val="548079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3AD86-BCE5-402A-9A63-AC164DC60237}" type="datetime1">
              <a:rPr lang="en-IN" smtClean="0"/>
              <a:pPr/>
              <a:t>01-10-2026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Name                                                                Faculty Name, Designation, Dept.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dirty="0"/>
          </a:p>
        </p:txBody>
      </p:sp>
    </p:spTree>
    <p:extLst>
      <p:ext uri="{BB962C8B-B14F-4D97-AF65-F5344CB8AC3E}">
        <p14:creationId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9"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1703512" y="1484784"/>
            <a:ext cx="9217024" cy="1800200"/>
          </a:xfrm>
          <a:prstGeom prst="rect">
            <a:avLst/>
          </a:prstGeom>
        </p:spPr>
        <p:txBody>
          <a:bodyPr vert="horz" lIns="91440" tIns="45720" rIns="91440" bIns="45720" rtlCol="0" anchor="b">
            <a:noAutofit/>
          </a:bodyPr>
          <a:lstStyle/>
          <a:p>
            <a:pPr lvl="0" algn="ctr" defTabSz="914400">
              <a:lnSpc>
                <a:spcPct val="90000"/>
              </a:lnSpc>
              <a:spcBef>
                <a:spcPct val="0"/>
              </a:spcBef>
              <a:defRPr/>
            </a:pPr>
            <a:r>
              <a:rPr lang="en-IN" sz="2800" b="1"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ENERGY CONSUMPTION ACROSS</a:t>
            </a:r>
          </a:p>
          <a:p>
            <a:pPr lvl="0" algn="ctr" defTabSz="914400">
              <a:lnSpc>
                <a:spcPct val="90000"/>
              </a:lnSpc>
              <a:spcBef>
                <a:spcPct val="0"/>
              </a:spcBef>
              <a:defRPr/>
            </a:pPr>
            <a:r>
              <a:rPr lang="en-IN" sz="2800" b="1"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 BUILDINGS</a:t>
            </a:r>
          </a:p>
          <a:p>
            <a:pPr lvl="0" algn="ctr" defTabSz="914400">
              <a:lnSpc>
                <a:spcPct val="90000"/>
              </a:lnSpc>
              <a:spcBef>
                <a:spcPct val="0"/>
              </a:spcBef>
              <a:defRPr/>
            </a:pPr>
            <a:r>
              <a:rPr lang="en-IN" sz="2000" b="1"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DATA ANALYSIS ESSENTIALS</a:t>
            </a:r>
          </a:p>
        </p:txBody>
      </p:sp>
      <p:sp>
        <p:nvSpPr>
          <p:cNvPr id="6" name="Subtitle 2"/>
          <p:cNvSpPr txBox="1">
            <a:spLocks/>
          </p:cNvSpPr>
          <p:nvPr/>
        </p:nvSpPr>
        <p:spPr>
          <a:xfrm>
            <a:off x="1615735" y="5085184"/>
            <a:ext cx="8960530" cy="1477328"/>
          </a:xfrm>
          <a:prstGeom prst="rect">
            <a:avLst/>
          </a:prstGeom>
        </p:spPr>
        <p:txBody>
          <a:bodyPr vert="horz" lIns="91440" tIns="45720" rIns="91440" bIns="45720" rtlCol="0">
            <a:normAutofit fontScale="92500" lnSpcReduction="10000"/>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060"/>
                </a:solidFill>
                <a:effectLst/>
                <a:uLnTx/>
                <a:uFillTx/>
                <a:latin typeface="Tw Cen MT" pitchFamily="34" charset="0"/>
                <a:ea typeface="+mn-ea"/>
                <a:cs typeface="+mn-cs"/>
              </a:rPr>
              <a:t>UNDER THE SUPERVISION OF</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060"/>
                </a:solidFill>
                <a:effectLst/>
                <a:uLnTx/>
                <a:uFillTx/>
                <a:latin typeface="Tw Cen MT" pitchFamily="34" charset="0"/>
                <a:ea typeface="+mn-ea"/>
                <a:cs typeface="+mn-cs"/>
              </a:rPr>
              <a:t>K Vydehi</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000" dirty="0">
                <a:solidFill>
                  <a:srgbClr val="002060"/>
                </a:solidFill>
                <a:latin typeface="Tw Cen MT" pitchFamily="34" charset="0"/>
              </a:rPr>
              <a:t>Assistant Professor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060"/>
                </a:solidFill>
                <a:effectLst/>
                <a:uLnTx/>
                <a:uFillTx/>
                <a:latin typeface="Tw Cen MT" pitchFamily="34" charset="0"/>
                <a:ea typeface="+mn-ea"/>
                <a:cs typeface="+mn-cs"/>
              </a:rPr>
              <a:t>Department of</a:t>
            </a:r>
            <a:r>
              <a:rPr kumimoji="0" lang="en-US" sz="2000" b="0" i="0" u="none" strike="noStrike" kern="1200" cap="none" spc="0" normalizeH="0" noProof="0" dirty="0">
                <a:ln>
                  <a:noFill/>
                </a:ln>
                <a:solidFill>
                  <a:srgbClr val="002060"/>
                </a:solidFill>
                <a:effectLst/>
                <a:uLnTx/>
                <a:uFillTx/>
                <a:latin typeface="Tw Cen MT" pitchFamily="34" charset="0"/>
                <a:ea typeface="+mn-ea"/>
                <a:cs typeface="+mn-cs"/>
              </a:rPr>
              <a:t> CSE</a:t>
            </a:r>
            <a:r>
              <a:rPr kumimoji="0" lang="en-US" sz="2000" b="0" i="0" u="none" strike="noStrike" kern="1200" cap="none" spc="0" normalizeH="0" baseline="0" noProof="0" dirty="0">
                <a:ln>
                  <a:noFill/>
                </a:ln>
                <a:solidFill>
                  <a:srgbClr val="002060"/>
                </a:solidFill>
                <a:effectLst/>
                <a:uLnTx/>
                <a:uFillTx/>
                <a:latin typeface="Tw Cen MT" pitchFamily="34" charset="0"/>
                <a:ea typeface="+mn-ea"/>
                <a:cs typeface="+mn-cs"/>
              </a:rPr>
              <a:t> </a:t>
            </a:r>
            <a:endParaRPr lang="en-US" sz="2000" dirty="0">
              <a:solidFill>
                <a:srgbClr val="002060"/>
              </a:solidFill>
              <a:latin typeface="Tw Cen MT" pitchFamily="34" charset="0"/>
            </a:endParaRPr>
          </a:p>
        </p:txBody>
      </p:sp>
      <p:sp>
        <p:nvSpPr>
          <p:cNvPr id="2" name="TextBox 1">
            <a:extLst>
              <a:ext uri="{FF2B5EF4-FFF2-40B4-BE49-F238E27FC236}">
                <a16:creationId xmlns:a16="http://schemas.microsoft.com/office/drawing/2014/main" id="{0624C738-684E-1B58-6CCC-8E8D9A043AA0}"/>
              </a:ext>
            </a:extLst>
          </p:cNvPr>
          <p:cNvSpPr txBox="1"/>
          <p:nvPr/>
        </p:nvSpPr>
        <p:spPr>
          <a:xfrm>
            <a:off x="4151784" y="3504120"/>
            <a:ext cx="4824536" cy="1477328"/>
          </a:xfrm>
          <a:prstGeom prst="rect">
            <a:avLst/>
          </a:prstGeom>
          <a:noFill/>
        </p:spPr>
        <p:txBody>
          <a:bodyPr wrap="square" rtlCol="0">
            <a:spAutoFit/>
          </a:bodyPr>
          <a:lstStyle/>
          <a:p>
            <a:r>
              <a:rPr lang="en-IN" b="1" dirty="0"/>
              <a:t>                          TEAM MEMBERS</a:t>
            </a:r>
          </a:p>
          <a:p>
            <a:r>
              <a:rPr lang="en-IN" dirty="0"/>
              <a:t>25B11CS718 – PASALA HARINI</a:t>
            </a:r>
          </a:p>
          <a:p>
            <a:r>
              <a:rPr lang="en-IN" dirty="0"/>
              <a:t>25B11CS517 – LAVETI ROSHINI</a:t>
            </a:r>
          </a:p>
          <a:p>
            <a:r>
              <a:rPr lang="en-IN" dirty="0"/>
              <a:t>25B11CS623 – MUPPANABOINA VAMSI KALYAN</a:t>
            </a:r>
          </a:p>
          <a:p>
            <a:r>
              <a:rPr lang="en-IN" dirty="0"/>
              <a:t>25B11CS700 – PALIVELA PRAHARSHA SAI CHARAN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C4B12F71-216B-4B4A-9933-2017B3D46F1E}"/>
              </a:ext>
            </a:extLst>
          </p:cNvPr>
          <p:cNvSpPr txBox="1">
            <a:spLocks/>
          </p:cNvSpPr>
          <p:nvPr/>
        </p:nvSpPr>
        <p:spPr>
          <a:xfrm>
            <a:off x="869085" y="1561876"/>
            <a:ext cx="10515600" cy="453141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endParaRPr lang="en-US" dirty="0">
              <a:latin typeface="Times New Roman" pitchFamily="18" charset="0"/>
              <a:cs typeface="Times New Roman" pitchFamily="18" charset="0"/>
            </a:endParaRPr>
          </a:p>
          <a:p>
            <a:pPr fontAlgn="auto"/>
            <a:endParaRPr lang="en-US"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7862E4AC-212E-43EC-956C-B30F3E8CC9D6}"/>
              </a:ext>
            </a:extLst>
          </p:cNvPr>
          <p:cNvSpPr txBox="1"/>
          <p:nvPr/>
        </p:nvSpPr>
        <p:spPr>
          <a:xfrm>
            <a:off x="1991544" y="575546"/>
            <a:ext cx="8856984" cy="646331"/>
          </a:xfrm>
          <a:prstGeom prst="rect">
            <a:avLst/>
          </a:prstGeom>
          <a:noFill/>
        </p:spPr>
        <p:txBody>
          <a:bodyPr wrap="square" rtlCol="0">
            <a:spAutoFit/>
          </a:bodyPr>
          <a:lstStyle/>
          <a:p>
            <a:pPr algn="ctr"/>
            <a:r>
              <a:rPr lang="en-IN" sz="3600"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PROBLEM STATEMENT</a:t>
            </a:r>
          </a:p>
        </p:txBody>
      </p:sp>
      <p:sp>
        <p:nvSpPr>
          <p:cNvPr id="7" name="TextBox 6">
            <a:extLst>
              <a:ext uri="{FF2B5EF4-FFF2-40B4-BE49-F238E27FC236}">
                <a16:creationId xmlns:a16="http://schemas.microsoft.com/office/drawing/2014/main" id="{C8EF13C9-42FB-60ED-8B2A-1C9B552DE041}"/>
              </a:ext>
            </a:extLst>
          </p:cNvPr>
          <p:cNvSpPr txBox="1"/>
          <p:nvPr/>
        </p:nvSpPr>
        <p:spPr>
          <a:xfrm>
            <a:off x="1847528" y="2132856"/>
            <a:ext cx="8352928" cy="2739211"/>
          </a:xfrm>
          <a:prstGeom prst="rect">
            <a:avLst/>
          </a:prstGeom>
          <a:noFill/>
        </p:spPr>
        <p:txBody>
          <a:bodyPr wrap="square" rtlCol="0">
            <a:spAutoFit/>
          </a:bodyPr>
          <a:lstStyle/>
          <a:p>
            <a:pPr algn="just"/>
            <a:r>
              <a:rPr lang="en-IN" sz="2400" dirty="0"/>
              <a:t>Buildings consume significant global energy, yet many waste energy due to occupancy, weather, building type, and equipment usage. This project analyzes building energy data to identify consumption patterns, detect inefficiencies, and recommend ways to improve energy efficiency, reduce costs, and support sustainability.</a:t>
            </a:r>
          </a:p>
          <a:p>
            <a:pPr algn="just"/>
            <a:endParaRPr lang="en-IN" sz="2800" dirty="0"/>
          </a:p>
        </p:txBody>
      </p:sp>
    </p:spTree>
    <p:extLst>
      <p:ext uri="{BB962C8B-B14F-4D97-AF65-F5344CB8AC3E}">
        <p14:creationId xmlns:p14="http://schemas.microsoft.com/office/powerpoint/2010/main" val="2680478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62E4AC-212E-43EC-956C-B30F3E8CC9D6}"/>
              </a:ext>
            </a:extLst>
          </p:cNvPr>
          <p:cNvSpPr txBox="1"/>
          <p:nvPr/>
        </p:nvSpPr>
        <p:spPr>
          <a:xfrm>
            <a:off x="2711624" y="642918"/>
            <a:ext cx="7128792" cy="646331"/>
          </a:xfrm>
          <a:prstGeom prst="rect">
            <a:avLst/>
          </a:prstGeom>
          <a:noFill/>
        </p:spPr>
        <p:txBody>
          <a:bodyPr wrap="square" rtlCol="0">
            <a:spAutoFit/>
          </a:bodyPr>
          <a:lstStyle/>
          <a:p>
            <a:pPr algn="ctr"/>
            <a:r>
              <a:rPr lang="en-IN" sz="36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OBJECTIVES</a:t>
            </a:r>
          </a:p>
        </p:txBody>
      </p:sp>
      <p:sp>
        <p:nvSpPr>
          <p:cNvPr id="7" name="Content Placeholder 1">
            <a:extLst>
              <a:ext uri="{FF2B5EF4-FFF2-40B4-BE49-F238E27FC236}">
                <a16:creationId xmlns:a16="http://schemas.microsoft.com/office/drawing/2014/main" id="{C4B12F71-216B-4B4A-9933-2017B3D46F1E}"/>
              </a:ext>
            </a:extLst>
          </p:cNvPr>
          <p:cNvSpPr txBox="1">
            <a:spLocks/>
          </p:cNvSpPr>
          <p:nvPr/>
        </p:nvSpPr>
        <p:spPr>
          <a:xfrm>
            <a:off x="869085" y="1772816"/>
            <a:ext cx="10515600" cy="432047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IN" sz="2400" dirty="0"/>
              <a:t>Collect and analyze energy data from multiple buildings.</a:t>
            </a:r>
          </a:p>
          <a:p>
            <a:pPr lvl="0"/>
            <a:r>
              <a:rPr lang="en-IN" sz="2400" dirty="0"/>
              <a:t>Compare consumption across different building types.</a:t>
            </a:r>
          </a:p>
          <a:p>
            <a:pPr lvl="0"/>
            <a:r>
              <a:rPr lang="en-IN" sz="2400" dirty="0"/>
              <a:t>Identify key factors affecting energy usage.</a:t>
            </a:r>
          </a:p>
          <a:p>
            <a:pPr lvl="0"/>
            <a:r>
              <a:rPr lang="en-IN" sz="2400" dirty="0"/>
              <a:t>Detect abnormal consumption and energy wastage.</a:t>
            </a:r>
          </a:p>
          <a:p>
            <a:pPr lvl="0"/>
            <a:r>
              <a:rPr lang="en-IN" sz="2400" dirty="0"/>
              <a:t>Visualize trends using charts and dashboards.</a:t>
            </a:r>
          </a:p>
          <a:p>
            <a:pPr lvl="0"/>
            <a:r>
              <a:rPr lang="en-IN" sz="2400" dirty="0"/>
              <a:t>Recommend ways to improve efficiency and reduce costs.</a:t>
            </a:r>
          </a:p>
          <a:p>
            <a:pPr lvl="0"/>
            <a:r>
              <a:rPr lang="en-IN" sz="2400" dirty="0"/>
              <a:t>Support sustainable energy management through data analytics.</a:t>
            </a:r>
          </a:p>
          <a:p>
            <a:pPr marL="0" indent="0" fontAlgn="auto">
              <a:buNone/>
            </a:pPr>
            <a:endParaRPr lang="en-IN" sz="3200" dirty="0">
              <a:latin typeface="Times New Roman" pitchFamily="18" charset="0"/>
              <a:cs typeface="Times New Roman" pitchFamily="18" charset="0"/>
            </a:endParaRPr>
          </a:p>
        </p:txBody>
      </p:sp>
    </p:spTree>
    <p:extLst>
      <p:ext uri="{BB962C8B-B14F-4D97-AF65-F5344CB8AC3E}">
        <p14:creationId xmlns:p14="http://schemas.microsoft.com/office/powerpoint/2010/main" val="2803802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62E4AC-212E-43EC-956C-B30F3E8CC9D6}"/>
              </a:ext>
            </a:extLst>
          </p:cNvPr>
          <p:cNvSpPr txBox="1"/>
          <p:nvPr/>
        </p:nvSpPr>
        <p:spPr>
          <a:xfrm>
            <a:off x="869084" y="961711"/>
            <a:ext cx="10843539" cy="646331"/>
          </a:xfrm>
          <a:prstGeom prst="rect">
            <a:avLst/>
          </a:prstGeom>
          <a:noFill/>
        </p:spPr>
        <p:txBody>
          <a:bodyPr wrap="square" rtlCol="0">
            <a:spAutoFit/>
          </a:bodyPr>
          <a:lstStyle/>
          <a:p>
            <a:pPr algn="ctr"/>
            <a:r>
              <a:rPr lang="en-US" sz="36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DOMAIN SELECTION </a:t>
            </a:r>
          </a:p>
        </p:txBody>
      </p:sp>
      <p:sp>
        <p:nvSpPr>
          <p:cNvPr id="6" name="Content Placeholder 1">
            <a:extLst>
              <a:ext uri="{FF2B5EF4-FFF2-40B4-BE49-F238E27FC236}">
                <a16:creationId xmlns:a16="http://schemas.microsoft.com/office/drawing/2014/main" id="{C4B12F71-216B-4B4A-9933-2017B3D46F1E}"/>
              </a:ext>
            </a:extLst>
          </p:cNvPr>
          <p:cNvSpPr txBox="1">
            <a:spLocks/>
          </p:cNvSpPr>
          <p:nvPr/>
        </p:nvSpPr>
        <p:spPr>
          <a:xfrm>
            <a:off x="869085" y="1705893"/>
            <a:ext cx="10515600" cy="45314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None/>
            </a:pPr>
            <a:endParaRPr lang="en-IN" sz="2400" dirty="0">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8D573B9C-6555-00E1-0D68-26F034C53609}"/>
              </a:ext>
            </a:extLst>
          </p:cNvPr>
          <p:cNvSpPr txBox="1"/>
          <p:nvPr/>
        </p:nvSpPr>
        <p:spPr>
          <a:xfrm>
            <a:off x="1055441" y="2269762"/>
            <a:ext cx="9793088" cy="3170099"/>
          </a:xfrm>
          <a:prstGeom prst="rect">
            <a:avLst/>
          </a:prstGeom>
          <a:noFill/>
        </p:spPr>
        <p:txBody>
          <a:bodyPr wrap="square">
            <a:spAutoFit/>
          </a:bodyPr>
          <a:lstStyle/>
          <a:p>
            <a:pPr lvl="0"/>
            <a:r>
              <a:rPr lang="en-IN" sz="2800" dirty="0"/>
              <a:t>Optimize Inventory: Stock high-demand flavors like Chocolate and Vanilla.</a:t>
            </a:r>
          </a:p>
          <a:p>
            <a:pPr lvl="0"/>
            <a:r>
              <a:rPr lang="en-IN" sz="2800" dirty="0"/>
              <a:t>Improve Staffing &amp; Prep: Adjust staff and batch preparation for peak sales days.</a:t>
            </a:r>
          </a:p>
          <a:p>
            <a:pPr lvl="0"/>
            <a:r>
              <a:rPr lang="en-IN" sz="2800" dirty="0"/>
              <a:t>Targeted Marketing: Promote flavors based on customer age groups and preferences.</a:t>
            </a:r>
          </a:p>
          <a:p>
            <a:pPr algn="just"/>
            <a:endParaRPr lang="en-IN" sz="3200" dirty="0"/>
          </a:p>
        </p:txBody>
      </p:sp>
    </p:spTree>
    <p:extLst>
      <p:ext uri="{BB962C8B-B14F-4D97-AF65-F5344CB8AC3E}">
        <p14:creationId xmlns:p14="http://schemas.microsoft.com/office/powerpoint/2010/main" val="2330033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62E4AC-212E-43EC-956C-B30F3E8CC9D6}"/>
              </a:ext>
            </a:extLst>
          </p:cNvPr>
          <p:cNvSpPr txBox="1"/>
          <p:nvPr/>
        </p:nvSpPr>
        <p:spPr>
          <a:xfrm>
            <a:off x="623392" y="1052736"/>
            <a:ext cx="10561550" cy="646331"/>
          </a:xfrm>
          <a:prstGeom prst="rect">
            <a:avLst/>
          </a:prstGeom>
          <a:noFill/>
        </p:spPr>
        <p:txBody>
          <a:bodyPr wrap="square" rtlCol="0">
            <a:spAutoFit/>
          </a:bodyPr>
          <a:lstStyle/>
          <a:p>
            <a:pPr algn="ctr"/>
            <a:r>
              <a:rPr lang="en-US" sz="36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IMPORTANCE OF THE PROBLEM </a:t>
            </a:r>
          </a:p>
        </p:txBody>
      </p:sp>
      <p:sp>
        <p:nvSpPr>
          <p:cNvPr id="9" name="TextBox 8">
            <a:extLst>
              <a:ext uri="{FF2B5EF4-FFF2-40B4-BE49-F238E27FC236}">
                <a16:creationId xmlns:a16="http://schemas.microsoft.com/office/drawing/2014/main" id="{05440583-7BF8-97BA-39B1-5B9E62885429}"/>
              </a:ext>
            </a:extLst>
          </p:cNvPr>
          <p:cNvSpPr txBox="1"/>
          <p:nvPr/>
        </p:nvSpPr>
        <p:spPr>
          <a:xfrm>
            <a:off x="1055440" y="2389978"/>
            <a:ext cx="10561550" cy="2954655"/>
          </a:xfrm>
          <a:prstGeom prst="rect">
            <a:avLst/>
          </a:prstGeom>
          <a:noFill/>
        </p:spPr>
        <p:txBody>
          <a:bodyPr wrap="square" rtlCol="0">
            <a:spAutoFit/>
          </a:bodyPr>
          <a:lstStyle/>
          <a:p>
            <a:r>
              <a:rPr lang="en-IN" sz="2400" dirty="0"/>
              <a:t>Buildings consume 30–40% of global energy, contributing significantly to carbon emissions. Energy data analysis helps organizations:</a:t>
            </a:r>
          </a:p>
          <a:p>
            <a:pPr marL="457200" lvl="0" indent="-457200">
              <a:buFont typeface="Wingdings" panose="05000000000000000000" pitchFamily="2" charset="2"/>
              <a:buChar char="Ø"/>
            </a:pPr>
            <a:r>
              <a:rPr lang="en-IN" sz="2400" dirty="0"/>
              <a:t>Identify inefficient equipment.</a:t>
            </a:r>
          </a:p>
          <a:p>
            <a:pPr marL="457200" lvl="0" indent="-457200">
              <a:buFont typeface="Wingdings" panose="05000000000000000000" pitchFamily="2" charset="2"/>
              <a:buChar char="Ø"/>
            </a:pPr>
            <a:r>
              <a:rPr lang="en-IN" sz="2400" dirty="0"/>
              <a:t>Detect abnormal energy usage.</a:t>
            </a:r>
          </a:p>
          <a:p>
            <a:pPr marL="457200" lvl="0" indent="-457200">
              <a:buFont typeface="Wingdings" panose="05000000000000000000" pitchFamily="2" charset="2"/>
              <a:buChar char="Ø"/>
            </a:pPr>
            <a:r>
              <a:rPr lang="en-IN" sz="2400" dirty="0"/>
              <a:t>Reduce electricity costs.</a:t>
            </a:r>
          </a:p>
          <a:p>
            <a:pPr marL="457200" lvl="0" indent="-457200">
              <a:buFont typeface="Wingdings" panose="05000000000000000000" pitchFamily="2" charset="2"/>
              <a:buChar char="Ø"/>
            </a:pPr>
            <a:r>
              <a:rPr lang="en-IN" sz="2400" dirty="0"/>
              <a:t>Improve energy efficiency and sustainability.</a:t>
            </a:r>
          </a:p>
          <a:p>
            <a:pPr marL="457200" lvl="0" indent="-457200">
              <a:buFont typeface="Wingdings" panose="05000000000000000000" pitchFamily="2" charset="2"/>
              <a:buChar char="Ø"/>
            </a:pPr>
            <a:r>
              <a:rPr lang="en-IN" sz="2400" dirty="0"/>
              <a:t>Lower carbon emissions.</a:t>
            </a:r>
          </a:p>
          <a:p>
            <a:endParaRPr lang="en-IN" dirty="0"/>
          </a:p>
        </p:txBody>
      </p:sp>
    </p:spTree>
    <p:extLst>
      <p:ext uri="{BB962C8B-B14F-4D97-AF65-F5344CB8AC3E}">
        <p14:creationId xmlns:p14="http://schemas.microsoft.com/office/powerpoint/2010/main" val="1266168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37C99F-9614-0CD4-F8E8-EF2427DD3E80}"/>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103B589E-22FA-7C67-86C6-030784051516}"/>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DD699503-2F2C-D9BD-417D-6F8CE2AA9A38}"/>
              </a:ext>
            </a:extLst>
          </p:cNvPr>
          <p:cNvSpPr>
            <a:spLocks noGrp="1"/>
          </p:cNvSpPr>
          <p:nvPr>
            <p:ph type="sldNum" sz="quarter" idx="13"/>
          </p:nvPr>
        </p:nvSpPr>
        <p:spPr/>
        <p:txBody>
          <a:bodyPr/>
          <a:lstStyle/>
          <a:p>
            <a:fld id="{326EF2E3-409D-4D76-AD02-397A36B0DAF9}" type="slidenum">
              <a:rPr lang="en-US" smtClean="0"/>
              <a:pPr/>
              <a:t>6</a:t>
            </a:fld>
            <a:endParaRPr lang="en-US" dirty="0"/>
          </a:p>
        </p:txBody>
      </p:sp>
      <p:sp>
        <p:nvSpPr>
          <p:cNvPr id="7" name="TextBox 6">
            <a:extLst>
              <a:ext uri="{FF2B5EF4-FFF2-40B4-BE49-F238E27FC236}">
                <a16:creationId xmlns:a16="http://schemas.microsoft.com/office/drawing/2014/main" id="{F7AC80C0-791C-55E8-F1AA-81428B16CC9B}"/>
              </a:ext>
            </a:extLst>
          </p:cNvPr>
          <p:cNvSpPr txBox="1"/>
          <p:nvPr/>
        </p:nvSpPr>
        <p:spPr>
          <a:xfrm>
            <a:off x="4367808" y="332656"/>
            <a:ext cx="5773624" cy="523220"/>
          </a:xfrm>
          <a:prstGeom prst="rect">
            <a:avLst/>
          </a:prstGeom>
          <a:noFill/>
        </p:spPr>
        <p:txBody>
          <a:bodyPr wrap="square" rtlCol="0">
            <a:spAutoFit/>
          </a:bodyPr>
          <a:lstStyle/>
          <a:p>
            <a:r>
              <a:rPr lang="en-IN"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PROJECT WORK FLOW</a:t>
            </a:r>
          </a:p>
        </p:txBody>
      </p:sp>
      <p:pic>
        <p:nvPicPr>
          <p:cNvPr id="10" name="Picture 9">
            <a:extLst>
              <a:ext uri="{FF2B5EF4-FFF2-40B4-BE49-F238E27FC236}">
                <a16:creationId xmlns:a16="http://schemas.microsoft.com/office/drawing/2014/main" id="{7BF569E9-E39E-F04D-6098-F19688369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24744"/>
            <a:ext cx="12192000" cy="5040560"/>
          </a:xfrm>
          <a:prstGeom prst="rect">
            <a:avLst/>
          </a:prstGeom>
        </p:spPr>
      </p:pic>
    </p:spTree>
    <p:extLst>
      <p:ext uri="{BB962C8B-B14F-4D97-AF65-F5344CB8AC3E}">
        <p14:creationId xmlns:p14="http://schemas.microsoft.com/office/powerpoint/2010/main" val="2910460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862E4AC-212E-43EC-956C-B30F3E8CC9D6}"/>
              </a:ext>
            </a:extLst>
          </p:cNvPr>
          <p:cNvSpPr txBox="1"/>
          <p:nvPr/>
        </p:nvSpPr>
        <p:spPr>
          <a:xfrm>
            <a:off x="1025498" y="355303"/>
            <a:ext cx="10561550" cy="954107"/>
          </a:xfrm>
          <a:prstGeom prst="rect">
            <a:avLst/>
          </a:prstGeom>
          <a:noFill/>
        </p:spPr>
        <p:txBody>
          <a:bodyPr wrap="square" rtlCol="0">
            <a:spAutoFit/>
          </a:bodyPr>
          <a:lstStyle/>
          <a:p>
            <a:pPr algn="ctr"/>
            <a:r>
              <a:rPr lang="en-US"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DATASET SELECTION AND</a:t>
            </a:r>
          </a:p>
          <a:p>
            <a:pPr algn="ctr"/>
            <a:r>
              <a:rPr lang="en-US"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 UNDERSTANDING</a:t>
            </a:r>
            <a:endParaRPr lang="en-US"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5" name="TextBox 4">
            <a:extLst>
              <a:ext uri="{FF2B5EF4-FFF2-40B4-BE49-F238E27FC236}">
                <a16:creationId xmlns:a16="http://schemas.microsoft.com/office/drawing/2014/main" id="{7FCE3D1F-FE03-C000-DBE7-358E0F77A41D}"/>
              </a:ext>
            </a:extLst>
          </p:cNvPr>
          <p:cNvSpPr txBox="1"/>
          <p:nvPr/>
        </p:nvSpPr>
        <p:spPr>
          <a:xfrm>
            <a:off x="551384" y="2204864"/>
            <a:ext cx="3042776" cy="3693319"/>
          </a:xfrm>
          <a:prstGeom prst="rect">
            <a:avLst/>
          </a:prstGeom>
          <a:noFill/>
        </p:spPr>
        <p:txBody>
          <a:bodyPr wrap="square" rtlCol="0">
            <a:spAutoFit/>
          </a:bodyPr>
          <a:lstStyle/>
          <a:p>
            <a:pPr algn="just"/>
            <a:r>
              <a:rPr lang="en-IN" dirty="0"/>
              <a:t>The dataset is from Kaggle’s ASHRAE competition, organized by the American Society of Heating, Refrigerating and Air-Conditioning Engineers. It contains multiple CSV files with building metadata, weather data, and energy meter readings (electricity, chilled water, hot water, and steam) for predicting building energy consumption.</a:t>
            </a:r>
            <a:endParaRPr lang="en-US" dirty="0"/>
          </a:p>
        </p:txBody>
      </p:sp>
      <p:pic>
        <p:nvPicPr>
          <p:cNvPr id="3" name="Picture 2">
            <a:extLst>
              <a:ext uri="{FF2B5EF4-FFF2-40B4-BE49-F238E27FC236}">
                <a16:creationId xmlns:a16="http://schemas.microsoft.com/office/drawing/2014/main" id="{5F4513AA-7A2F-3ACC-BB73-F5319B788A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9816" y="1772816"/>
            <a:ext cx="7032104" cy="4824648"/>
          </a:xfrm>
          <a:prstGeom prst="rect">
            <a:avLst/>
          </a:prstGeom>
        </p:spPr>
      </p:pic>
    </p:spTree>
    <p:extLst>
      <p:ext uri="{BB962C8B-B14F-4D97-AF65-F5344CB8AC3E}">
        <p14:creationId xmlns:p14="http://schemas.microsoft.com/office/powerpoint/2010/main" val="969609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3BBF7-C224-1D94-65D6-D71D273E55E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2711EC5-1B4F-4A38-70EE-6EF19D700A29}"/>
              </a:ext>
            </a:extLst>
          </p:cNvPr>
          <p:cNvSpPr txBox="1"/>
          <p:nvPr/>
        </p:nvSpPr>
        <p:spPr>
          <a:xfrm>
            <a:off x="299357" y="2200403"/>
            <a:ext cx="4752528" cy="3139321"/>
          </a:xfrm>
          <a:prstGeom prst="rect">
            <a:avLst/>
          </a:prstGeom>
          <a:noFill/>
        </p:spPr>
        <p:txBody>
          <a:bodyPr wrap="square" rtlCol="0">
            <a:spAutoFit/>
          </a:bodyPr>
          <a:lstStyle/>
          <a:p>
            <a:r>
              <a:rPr lang="en-IN" dirty="0"/>
              <a:t>The dataset includes building, weather, and energy attributes to analyze consumption:</a:t>
            </a:r>
          </a:p>
          <a:p>
            <a:pPr lvl="0"/>
            <a:r>
              <a:rPr lang="en-IN" dirty="0"/>
              <a:t>Building: Building ID, square footage, year built, floor count, and primary use.</a:t>
            </a:r>
          </a:p>
          <a:p>
            <a:pPr lvl="0"/>
            <a:r>
              <a:rPr lang="en-IN" dirty="0"/>
              <a:t>Weather: Temperature, humidity, cloud coverage, wind, pressure, and precipitation.</a:t>
            </a:r>
          </a:p>
          <a:p>
            <a:pPr lvl="0"/>
            <a:r>
              <a:rPr lang="en-IN" dirty="0"/>
              <a:t>Meter: Electricity, chilled water, steam, or hot water.</a:t>
            </a:r>
          </a:p>
          <a:p>
            <a:pPr lvl="0"/>
            <a:r>
              <a:rPr lang="en-IN" dirty="0"/>
              <a:t>Target: meter_reading — actual energy consumption (kWh) predicted by the model.</a:t>
            </a:r>
          </a:p>
          <a:p>
            <a:endParaRPr lang="en-IN" dirty="0"/>
          </a:p>
        </p:txBody>
      </p:sp>
      <p:pic>
        <p:nvPicPr>
          <p:cNvPr id="3" name="Picture 2">
            <a:extLst>
              <a:ext uri="{FF2B5EF4-FFF2-40B4-BE49-F238E27FC236}">
                <a16:creationId xmlns:a16="http://schemas.microsoft.com/office/drawing/2014/main" id="{3C3BD0CA-668F-1F53-D54A-221AE773B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7888" y="1210609"/>
            <a:ext cx="2268252" cy="2218391"/>
          </a:xfrm>
          <a:prstGeom prst="rect">
            <a:avLst/>
          </a:prstGeom>
          <a:ln>
            <a:solidFill>
              <a:schemeClr val="accent2">
                <a:lumMod val="75000"/>
              </a:schemeClr>
            </a:solidFill>
          </a:ln>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EC70A956-D7D4-2391-E754-AC878EF550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2184" y="1210609"/>
            <a:ext cx="4258435" cy="2223127"/>
          </a:xfrm>
          <a:prstGeom prst="rect">
            <a:avLst/>
          </a:prstGeom>
          <a:ln>
            <a:solidFill>
              <a:schemeClr val="accent2">
                <a:lumMod val="75000"/>
              </a:schemeClr>
            </a:solidFill>
          </a:ln>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AFED696B-06E5-4E7A-FDD5-2B982AA114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770064"/>
            <a:ext cx="5397785" cy="2476228"/>
          </a:xfrm>
          <a:prstGeom prst="rect">
            <a:avLst/>
          </a:prstGeom>
          <a:ln>
            <a:solidFill>
              <a:schemeClr val="accent2">
                <a:lumMod val="75000"/>
              </a:schemeClr>
            </a:solidFill>
          </a:ln>
          <a:effectLst>
            <a:outerShdw blurRad="50800" dist="38100" dir="5400000" algn="t" rotWithShape="0">
              <a:prstClr val="black">
                <a:alpha val="40000"/>
              </a:prstClr>
            </a:outerShdw>
          </a:effectLst>
        </p:spPr>
      </p:pic>
      <p:sp>
        <p:nvSpPr>
          <p:cNvPr id="4" name="TextBox 3">
            <a:extLst>
              <a:ext uri="{FF2B5EF4-FFF2-40B4-BE49-F238E27FC236}">
                <a16:creationId xmlns:a16="http://schemas.microsoft.com/office/drawing/2014/main" id="{CC7BB760-8198-7547-5B21-05ABA6E22499}"/>
              </a:ext>
            </a:extLst>
          </p:cNvPr>
          <p:cNvSpPr txBox="1"/>
          <p:nvPr/>
        </p:nvSpPr>
        <p:spPr>
          <a:xfrm>
            <a:off x="2989326" y="404664"/>
            <a:ext cx="6213348" cy="523220"/>
          </a:xfrm>
          <a:prstGeom prst="rect">
            <a:avLst/>
          </a:prstGeom>
          <a:noFill/>
        </p:spPr>
        <p:txBody>
          <a:bodyPr wrap="square">
            <a:spAutoFit/>
          </a:bodyPr>
          <a:lstStyle/>
          <a:p>
            <a:pPr algn="ctr"/>
            <a:r>
              <a:rPr lang="en-US"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DATASET INSPECTION</a:t>
            </a:r>
            <a:endParaRPr lang="en-US"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551062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1C999-0B08-E869-1775-C1B8DBDFBFB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DEBCEC4-7319-EA14-A623-46C2DA843DC9}"/>
              </a:ext>
            </a:extLst>
          </p:cNvPr>
          <p:cNvSpPr txBox="1"/>
          <p:nvPr/>
        </p:nvSpPr>
        <p:spPr>
          <a:xfrm>
            <a:off x="263352" y="1124744"/>
            <a:ext cx="4464496" cy="6740307"/>
          </a:xfrm>
          <a:prstGeom prst="rect">
            <a:avLst/>
          </a:prstGeom>
          <a:noFill/>
        </p:spPr>
        <p:txBody>
          <a:bodyPr wrap="square" rtlCol="0">
            <a:spAutoFit/>
          </a:bodyPr>
          <a:lstStyle/>
          <a:p>
            <a:r>
              <a:rPr lang="en-IN" b="1" dirty="0"/>
              <a:t>Dataset Import</a:t>
            </a:r>
            <a:br>
              <a:rPr lang="en-IN" dirty="0"/>
            </a:br>
            <a:r>
              <a:rPr lang="en-IN" dirty="0"/>
              <a:t>The ASHRAE dataset was downloaded from Kaggle and imported into a Jupyter Notebook using Python's pandas library (pd.read_csv()). </a:t>
            </a:r>
          </a:p>
          <a:p>
            <a:endParaRPr lang="en-IN" dirty="0"/>
          </a:p>
          <a:p>
            <a:r>
              <a:rPr lang="en-IN" b="1" dirty="0"/>
              <a:t>Libraries and Modules Used</a:t>
            </a:r>
          </a:p>
          <a:p>
            <a:pPr lvl="0"/>
            <a:r>
              <a:rPr lang="en-IN" dirty="0"/>
              <a:t>Pandas: Loads, organizes, and cleans datasets.</a:t>
            </a:r>
          </a:p>
          <a:p>
            <a:pPr lvl="0"/>
            <a:r>
              <a:rPr lang="en-IN" dirty="0"/>
              <a:t>NumPy: Performs numerical calculations.</a:t>
            </a:r>
          </a:p>
          <a:p>
            <a:pPr lvl="0"/>
            <a:r>
              <a:rPr lang="en-IN" dirty="0"/>
              <a:t>Matplotlib &amp; Seaborn: Create graphs, plots, and heatmaps.</a:t>
            </a:r>
          </a:p>
          <a:p>
            <a:pPr lvl="0"/>
            <a:r>
              <a:rPr lang="en-IN" dirty="0"/>
              <a:t>LabelEncoder: Converts categorical data into numbers.</a:t>
            </a:r>
          </a:p>
          <a:p>
            <a:pPr lvl="0"/>
            <a:r>
              <a:rPr lang="en-IN" dirty="0"/>
              <a:t>StandardScaler &amp; RobustScaler: Scale numerical features.</a:t>
            </a:r>
          </a:p>
          <a:p>
            <a:pPr lvl="0"/>
            <a:r>
              <a:rPr lang="en-IN" dirty="0"/>
              <a:t>train_test_split: Splits data into training and testing sets.</a:t>
            </a:r>
          </a:p>
          <a:p>
            <a:pPr lvl="0"/>
            <a:r>
              <a:rPr lang="en-IN" dirty="0"/>
              <a:t>SciPy: Performs statistical analysis.</a:t>
            </a:r>
          </a:p>
          <a:p>
            <a:pPr lvl="0"/>
            <a:r>
              <a:rPr lang="en-IN" dirty="0"/>
              <a:t>OS: Manages file paths and dataset loading.</a:t>
            </a:r>
          </a:p>
          <a:p>
            <a:pPr lvl="0"/>
            <a:r>
              <a:rPr lang="en-IN" dirty="0"/>
              <a:t>Warnings: Hides unnecessary warning messages.</a:t>
            </a:r>
          </a:p>
          <a:p>
            <a:endParaRPr lang="en-IN" dirty="0"/>
          </a:p>
          <a:p>
            <a:endParaRPr lang="en-IN" dirty="0"/>
          </a:p>
          <a:p>
            <a:endParaRPr lang="en-IN" dirty="0"/>
          </a:p>
          <a:p>
            <a:endParaRPr lang="en-IN" dirty="0"/>
          </a:p>
        </p:txBody>
      </p:sp>
      <p:pic>
        <p:nvPicPr>
          <p:cNvPr id="4" name="Picture 3">
            <a:extLst>
              <a:ext uri="{FF2B5EF4-FFF2-40B4-BE49-F238E27FC236}">
                <a16:creationId xmlns:a16="http://schemas.microsoft.com/office/drawing/2014/main" id="{53841D39-4505-0E3D-E5C4-1CC81393D4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3952" y="3645024"/>
            <a:ext cx="5943228" cy="3091886"/>
          </a:xfrm>
          <a:prstGeom prst="rect">
            <a:avLst/>
          </a:prstGeom>
        </p:spPr>
      </p:pic>
      <p:pic>
        <p:nvPicPr>
          <p:cNvPr id="3" name="Picture 2">
            <a:extLst>
              <a:ext uri="{FF2B5EF4-FFF2-40B4-BE49-F238E27FC236}">
                <a16:creationId xmlns:a16="http://schemas.microsoft.com/office/drawing/2014/main" id="{A0077CFA-7773-CA7D-6BA4-21E4D2BAD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2024" y="849101"/>
            <a:ext cx="5943228" cy="2783363"/>
          </a:xfrm>
          <a:prstGeom prst="rect">
            <a:avLst/>
          </a:prstGeom>
        </p:spPr>
      </p:pic>
      <p:sp>
        <p:nvSpPr>
          <p:cNvPr id="7" name="TextBox 6">
            <a:extLst>
              <a:ext uri="{FF2B5EF4-FFF2-40B4-BE49-F238E27FC236}">
                <a16:creationId xmlns:a16="http://schemas.microsoft.com/office/drawing/2014/main" id="{F489DB50-0575-3ED8-FEE4-7580927B3A3C}"/>
              </a:ext>
            </a:extLst>
          </p:cNvPr>
          <p:cNvSpPr txBox="1"/>
          <p:nvPr/>
        </p:nvSpPr>
        <p:spPr>
          <a:xfrm>
            <a:off x="2855640" y="319601"/>
            <a:ext cx="6213348" cy="523220"/>
          </a:xfrm>
          <a:prstGeom prst="rect">
            <a:avLst/>
          </a:prstGeom>
          <a:noFill/>
        </p:spPr>
        <p:txBody>
          <a:bodyPr wrap="square">
            <a:spAutoFit/>
          </a:bodyPr>
          <a:lstStyle/>
          <a:p>
            <a:pPr algn="ctr"/>
            <a:r>
              <a:rPr lang="en-US"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DATA PREPROCESSING</a:t>
            </a:r>
            <a:endParaRPr lang="en-US"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305683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3D2A67-5C04-F19E-BFB0-2BBC6E3C79EE}"/>
              </a:ext>
            </a:extLst>
          </p:cNvPr>
          <p:cNvSpPr txBox="1"/>
          <p:nvPr/>
        </p:nvSpPr>
        <p:spPr>
          <a:xfrm>
            <a:off x="7608168" y="1720840"/>
            <a:ext cx="4104456" cy="3416320"/>
          </a:xfrm>
          <a:prstGeom prst="rect">
            <a:avLst/>
          </a:prstGeom>
          <a:noFill/>
        </p:spPr>
        <p:txBody>
          <a:bodyPr wrap="square" rtlCol="0">
            <a:spAutoFit/>
          </a:bodyPr>
          <a:lstStyle/>
          <a:p>
            <a:r>
              <a:rPr lang="en-IN" b="1" dirty="0"/>
              <a:t>Data Inspection and Missing Value Analysis</a:t>
            </a:r>
          </a:p>
          <a:p>
            <a:r>
              <a:rPr lang="en-IN" dirty="0"/>
              <a:t>The dataset was inspected to identify missing values in building metadata, weather data, and training data. Significant gaps were found in floor_count (75.50%), year_built (53.42%), and cloud_coverage (49.49%). These missing values were addressed through imputation before merging and cleaning the dataset.</a:t>
            </a:r>
          </a:p>
          <a:p>
            <a:endParaRPr lang="en-IN" dirty="0"/>
          </a:p>
        </p:txBody>
      </p:sp>
      <p:pic>
        <p:nvPicPr>
          <p:cNvPr id="4" name="Picture 3">
            <a:extLst>
              <a:ext uri="{FF2B5EF4-FFF2-40B4-BE49-F238E27FC236}">
                <a16:creationId xmlns:a16="http://schemas.microsoft.com/office/drawing/2014/main" id="{7920D9B3-BE79-22BA-F37E-2AD5985C0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400" y="1340768"/>
            <a:ext cx="5832648" cy="5316860"/>
          </a:xfrm>
          <a:prstGeom prst="rect">
            <a:avLst/>
          </a:prstGeom>
        </p:spPr>
      </p:pic>
      <p:sp>
        <p:nvSpPr>
          <p:cNvPr id="3" name="TextBox 2">
            <a:extLst>
              <a:ext uri="{FF2B5EF4-FFF2-40B4-BE49-F238E27FC236}">
                <a16:creationId xmlns:a16="http://schemas.microsoft.com/office/drawing/2014/main" id="{722188A3-9DE5-06AB-8D14-F7246CDB24C8}"/>
              </a:ext>
            </a:extLst>
          </p:cNvPr>
          <p:cNvSpPr txBox="1"/>
          <p:nvPr/>
        </p:nvSpPr>
        <p:spPr>
          <a:xfrm>
            <a:off x="2999656" y="540549"/>
            <a:ext cx="7056784" cy="800219"/>
          </a:xfrm>
          <a:prstGeom prst="rect">
            <a:avLst/>
          </a:prstGeom>
          <a:noFill/>
        </p:spPr>
        <p:txBody>
          <a:bodyPr wrap="square" rtlCol="0">
            <a:spAutoFit/>
          </a:bodyPr>
          <a:lstStyle/>
          <a:p>
            <a:pPr algn="ctr"/>
            <a:r>
              <a:rPr lang="en-US"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MISSING VALUES HANDLING</a:t>
            </a:r>
          </a:p>
          <a:p>
            <a:endParaRPr lang="en-IN" dirty="0"/>
          </a:p>
        </p:txBody>
      </p:sp>
    </p:spTree>
    <p:extLst>
      <p:ext uri="{BB962C8B-B14F-4D97-AF65-F5344CB8AC3E}">
        <p14:creationId xmlns:p14="http://schemas.microsoft.com/office/powerpoint/2010/main" val="4210108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421889-BF6E-19BF-776A-A6CFC27AB6DB}"/>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C7D24F8B-D480-3AD0-C6F7-D2E7CC09B6E0}"/>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7D0F029E-CA1E-573A-22D0-143F6BAE8941}"/>
              </a:ext>
            </a:extLst>
          </p:cNvPr>
          <p:cNvSpPr>
            <a:spLocks noGrp="1"/>
          </p:cNvSpPr>
          <p:nvPr>
            <p:ph type="sldNum" sz="quarter" idx="13"/>
          </p:nvPr>
        </p:nvSpPr>
        <p:spPr/>
        <p:txBody>
          <a:bodyPr/>
          <a:lstStyle/>
          <a:p>
            <a:fld id="{326EF2E3-409D-4D76-AD02-397A36B0DAF9}" type="slidenum">
              <a:rPr lang="en-US" smtClean="0"/>
              <a:pPr/>
              <a:t>11</a:t>
            </a:fld>
            <a:endParaRPr lang="en-US" dirty="0"/>
          </a:p>
        </p:txBody>
      </p:sp>
      <p:pic>
        <p:nvPicPr>
          <p:cNvPr id="8" name="Picture 7">
            <a:extLst>
              <a:ext uri="{FF2B5EF4-FFF2-40B4-BE49-F238E27FC236}">
                <a16:creationId xmlns:a16="http://schemas.microsoft.com/office/drawing/2014/main" id="{01B2B359-428F-9DC5-4FDE-26D39BC3F0E6}"/>
              </a:ext>
            </a:extLst>
          </p:cNvPr>
          <p:cNvPicPr>
            <a:picLocks noChangeAspect="1"/>
          </p:cNvPicPr>
          <p:nvPr/>
        </p:nvPicPr>
        <p:blipFill>
          <a:blip r:embed="rId2"/>
          <a:stretch>
            <a:fillRect/>
          </a:stretch>
        </p:blipFill>
        <p:spPr>
          <a:xfrm>
            <a:off x="911424" y="1304572"/>
            <a:ext cx="4896544" cy="2505856"/>
          </a:xfrm>
          <a:prstGeom prst="rect">
            <a:avLst/>
          </a:prstGeom>
        </p:spPr>
      </p:pic>
      <p:pic>
        <p:nvPicPr>
          <p:cNvPr id="7" name="Picture 6">
            <a:extLst>
              <a:ext uri="{FF2B5EF4-FFF2-40B4-BE49-F238E27FC236}">
                <a16:creationId xmlns:a16="http://schemas.microsoft.com/office/drawing/2014/main" id="{81C166F0-0ED9-232A-638B-D8027A380AC4}"/>
              </a:ext>
            </a:extLst>
          </p:cNvPr>
          <p:cNvPicPr>
            <a:picLocks noChangeAspect="1"/>
          </p:cNvPicPr>
          <p:nvPr/>
        </p:nvPicPr>
        <p:blipFill>
          <a:blip r:embed="rId3"/>
          <a:stretch>
            <a:fillRect/>
          </a:stretch>
        </p:blipFill>
        <p:spPr>
          <a:xfrm>
            <a:off x="6600056" y="1304572"/>
            <a:ext cx="5256584" cy="4486275"/>
          </a:xfrm>
          <a:prstGeom prst="rect">
            <a:avLst/>
          </a:prstGeom>
        </p:spPr>
      </p:pic>
      <p:sp>
        <p:nvSpPr>
          <p:cNvPr id="6" name="TextBox 5">
            <a:extLst>
              <a:ext uri="{FF2B5EF4-FFF2-40B4-BE49-F238E27FC236}">
                <a16:creationId xmlns:a16="http://schemas.microsoft.com/office/drawing/2014/main" id="{370BA244-B8C5-54F3-AD1B-7A31F9DD0B4B}"/>
              </a:ext>
            </a:extLst>
          </p:cNvPr>
          <p:cNvSpPr txBox="1"/>
          <p:nvPr/>
        </p:nvSpPr>
        <p:spPr>
          <a:xfrm>
            <a:off x="3071664" y="504353"/>
            <a:ext cx="6213348" cy="800219"/>
          </a:xfrm>
          <a:prstGeom prst="rect">
            <a:avLst/>
          </a:prstGeom>
          <a:noFill/>
        </p:spPr>
        <p:txBody>
          <a:bodyPr wrap="square">
            <a:spAutoFit/>
          </a:bodyPr>
          <a:lstStyle/>
          <a:p>
            <a:pPr algn="ctr"/>
            <a:r>
              <a:rPr lang="en-US"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MISSING VALUES HANDLING</a:t>
            </a:r>
          </a:p>
          <a:p>
            <a:endParaRPr lang="en-IN" sz="1800" dirty="0"/>
          </a:p>
        </p:txBody>
      </p:sp>
      <p:sp>
        <p:nvSpPr>
          <p:cNvPr id="9" name="TextBox 8">
            <a:extLst>
              <a:ext uri="{FF2B5EF4-FFF2-40B4-BE49-F238E27FC236}">
                <a16:creationId xmlns:a16="http://schemas.microsoft.com/office/drawing/2014/main" id="{758D5F41-448C-B76E-974F-FE32E5E39BFA}"/>
              </a:ext>
            </a:extLst>
          </p:cNvPr>
          <p:cNvSpPr txBox="1"/>
          <p:nvPr/>
        </p:nvSpPr>
        <p:spPr>
          <a:xfrm>
            <a:off x="839416" y="4094198"/>
            <a:ext cx="5304812" cy="1754326"/>
          </a:xfrm>
          <a:prstGeom prst="rect">
            <a:avLst/>
          </a:prstGeom>
          <a:noFill/>
        </p:spPr>
        <p:txBody>
          <a:bodyPr wrap="square" rtlCol="0">
            <a:spAutoFit/>
          </a:bodyPr>
          <a:lstStyle/>
          <a:p>
            <a:r>
              <a:rPr lang="en-IN" dirty="0"/>
              <a:t>Missing values in year_built are replaced with the median, while floor_count is filled with 1. Weather data is imputed using site-wise forward and backward filling, followed by median imputation for remaining gaps. Other numerical features are also filled using their median values.</a:t>
            </a:r>
          </a:p>
        </p:txBody>
      </p:sp>
    </p:spTree>
    <p:extLst>
      <p:ext uri="{BB962C8B-B14F-4D97-AF65-F5344CB8AC3E}">
        <p14:creationId xmlns:p14="http://schemas.microsoft.com/office/powerpoint/2010/main" val="3597504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1F0F1-7FBA-1C53-EF89-6818814E67C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E11453B-0601-6607-6476-C2B95C313431}"/>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731A1329-5594-4B95-B817-2655B0A045B0}"/>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EAD1CAF9-2620-AD50-5A43-9B0C0F2ECF29}"/>
              </a:ext>
            </a:extLst>
          </p:cNvPr>
          <p:cNvSpPr>
            <a:spLocks noGrp="1"/>
          </p:cNvSpPr>
          <p:nvPr>
            <p:ph type="sldNum" sz="quarter" idx="13"/>
          </p:nvPr>
        </p:nvSpPr>
        <p:spPr/>
        <p:txBody>
          <a:bodyPr/>
          <a:lstStyle/>
          <a:p>
            <a:fld id="{326EF2E3-409D-4D76-AD02-397A36B0DAF9}" type="slidenum">
              <a:rPr lang="en-US" smtClean="0"/>
              <a:pPr/>
              <a:t>12</a:t>
            </a:fld>
            <a:endParaRPr lang="en-US" dirty="0"/>
          </a:p>
        </p:txBody>
      </p:sp>
      <p:pic>
        <p:nvPicPr>
          <p:cNvPr id="6" name="Picture 5">
            <a:extLst>
              <a:ext uri="{FF2B5EF4-FFF2-40B4-BE49-F238E27FC236}">
                <a16:creationId xmlns:a16="http://schemas.microsoft.com/office/drawing/2014/main" id="{CD01628C-339A-6FE5-2DCA-563EC99A66DC}"/>
              </a:ext>
            </a:extLst>
          </p:cNvPr>
          <p:cNvPicPr>
            <a:picLocks noChangeAspect="1"/>
          </p:cNvPicPr>
          <p:nvPr/>
        </p:nvPicPr>
        <p:blipFill>
          <a:blip r:embed="rId2"/>
          <a:stretch>
            <a:fillRect/>
          </a:stretch>
        </p:blipFill>
        <p:spPr>
          <a:xfrm>
            <a:off x="2425248" y="2327369"/>
            <a:ext cx="7197487" cy="3456145"/>
          </a:xfrm>
          <a:prstGeom prst="rect">
            <a:avLst/>
          </a:prstGeom>
        </p:spPr>
      </p:pic>
      <p:sp>
        <p:nvSpPr>
          <p:cNvPr id="5" name="TextBox 4">
            <a:extLst>
              <a:ext uri="{FF2B5EF4-FFF2-40B4-BE49-F238E27FC236}">
                <a16:creationId xmlns:a16="http://schemas.microsoft.com/office/drawing/2014/main" id="{FAB8B9A7-B634-7848-91CE-8DECAD19FE89}"/>
              </a:ext>
            </a:extLst>
          </p:cNvPr>
          <p:cNvSpPr txBox="1"/>
          <p:nvPr/>
        </p:nvSpPr>
        <p:spPr>
          <a:xfrm>
            <a:off x="668452" y="1124744"/>
            <a:ext cx="11044172" cy="1200329"/>
          </a:xfrm>
          <a:prstGeom prst="rect">
            <a:avLst/>
          </a:prstGeom>
          <a:noFill/>
        </p:spPr>
        <p:txBody>
          <a:bodyPr wrap="square" rtlCol="0">
            <a:spAutoFit/>
          </a:bodyPr>
          <a:lstStyle/>
          <a:p>
            <a:r>
              <a:rPr lang="en-IN" b="1" dirty="0"/>
              <a:t>Outlier Detection and Treatment</a:t>
            </a:r>
          </a:p>
          <a:p>
            <a:r>
              <a:rPr lang="en-IN" dirty="0"/>
              <a:t>Outliers in total energy consumption are identified using the IQR method (1.5 × IQR). A total of 580 outliers (13.44%) are detected and capped using lower and upper bounds to reduce their impact on analysis and modeling.</a:t>
            </a:r>
          </a:p>
          <a:p>
            <a:endParaRPr lang="en-IN" dirty="0"/>
          </a:p>
        </p:txBody>
      </p:sp>
      <p:sp>
        <p:nvSpPr>
          <p:cNvPr id="9" name="TextBox 8">
            <a:extLst>
              <a:ext uri="{FF2B5EF4-FFF2-40B4-BE49-F238E27FC236}">
                <a16:creationId xmlns:a16="http://schemas.microsoft.com/office/drawing/2014/main" id="{9C8664E8-6FBA-6800-3A77-4CC51B3F8580}"/>
              </a:ext>
            </a:extLst>
          </p:cNvPr>
          <p:cNvSpPr txBox="1"/>
          <p:nvPr/>
        </p:nvSpPr>
        <p:spPr>
          <a:xfrm>
            <a:off x="6526454" y="986244"/>
            <a:ext cx="5328592" cy="646331"/>
          </a:xfrm>
          <a:prstGeom prst="rect">
            <a:avLst/>
          </a:prstGeom>
          <a:noFill/>
        </p:spPr>
        <p:txBody>
          <a:bodyPr wrap="square" rtlCol="0">
            <a:spAutoFit/>
          </a:bodyPr>
          <a:lstStyle/>
          <a:p>
            <a:endParaRPr lang="en-IN" dirty="0"/>
          </a:p>
          <a:p>
            <a:endParaRPr lang="en-IN" dirty="0"/>
          </a:p>
        </p:txBody>
      </p:sp>
      <p:sp>
        <p:nvSpPr>
          <p:cNvPr id="11" name="TextBox 10">
            <a:extLst>
              <a:ext uri="{FF2B5EF4-FFF2-40B4-BE49-F238E27FC236}">
                <a16:creationId xmlns:a16="http://schemas.microsoft.com/office/drawing/2014/main" id="{E22C6D55-D431-11BA-482F-A39C486DABB6}"/>
              </a:ext>
            </a:extLst>
          </p:cNvPr>
          <p:cNvSpPr txBox="1"/>
          <p:nvPr/>
        </p:nvSpPr>
        <p:spPr>
          <a:xfrm>
            <a:off x="3130197" y="362649"/>
            <a:ext cx="6803162" cy="523220"/>
          </a:xfrm>
          <a:prstGeom prst="rect">
            <a:avLst/>
          </a:prstGeom>
          <a:noFill/>
        </p:spPr>
        <p:txBody>
          <a:bodyPr wrap="square" rtlCol="0">
            <a:spAutoFit/>
          </a:bodyPr>
          <a:lstStyle/>
          <a:p>
            <a:r>
              <a:rPr lang="en-IN"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OUTLIERS DETECTION AND HANDLING</a:t>
            </a:r>
          </a:p>
        </p:txBody>
      </p:sp>
    </p:spTree>
    <p:extLst>
      <p:ext uri="{BB962C8B-B14F-4D97-AF65-F5344CB8AC3E}">
        <p14:creationId xmlns:p14="http://schemas.microsoft.com/office/powerpoint/2010/main" val="56314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11596F-C781-AFC9-CAB9-47733F443850}"/>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6CC79A41-D563-44C0-523C-7FFDEDA6E0DE}"/>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51EB390E-9DAB-5C2A-681A-438657006181}"/>
              </a:ext>
            </a:extLst>
          </p:cNvPr>
          <p:cNvSpPr>
            <a:spLocks noGrp="1"/>
          </p:cNvSpPr>
          <p:nvPr>
            <p:ph type="sldNum" sz="quarter" idx="13"/>
          </p:nvPr>
        </p:nvSpPr>
        <p:spPr/>
        <p:txBody>
          <a:bodyPr/>
          <a:lstStyle/>
          <a:p>
            <a:fld id="{326EF2E3-409D-4D76-AD02-397A36B0DAF9}" type="slidenum">
              <a:rPr lang="en-US" smtClean="0"/>
              <a:pPr/>
              <a:t>13</a:t>
            </a:fld>
            <a:endParaRPr lang="en-US" dirty="0"/>
          </a:p>
        </p:txBody>
      </p:sp>
      <p:sp>
        <p:nvSpPr>
          <p:cNvPr id="5" name="TextBox 4">
            <a:extLst>
              <a:ext uri="{FF2B5EF4-FFF2-40B4-BE49-F238E27FC236}">
                <a16:creationId xmlns:a16="http://schemas.microsoft.com/office/drawing/2014/main" id="{13A63782-9B9E-8864-EC70-EB296A8C656C}"/>
              </a:ext>
            </a:extLst>
          </p:cNvPr>
          <p:cNvSpPr txBox="1"/>
          <p:nvPr/>
        </p:nvSpPr>
        <p:spPr>
          <a:xfrm>
            <a:off x="573914" y="1361985"/>
            <a:ext cx="11044172" cy="1754326"/>
          </a:xfrm>
          <a:prstGeom prst="rect">
            <a:avLst/>
          </a:prstGeom>
          <a:noFill/>
        </p:spPr>
        <p:txBody>
          <a:bodyPr wrap="square" rtlCol="0">
            <a:spAutoFit/>
          </a:bodyPr>
          <a:lstStyle/>
          <a:p>
            <a:pPr marL="285750" indent="-285750">
              <a:buFont typeface="Arial" panose="020B0604020202020204" pitchFamily="34" charset="0"/>
              <a:buChar char="•"/>
            </a:pPr>
            <a:r>
              <a:rPr lang="en-IN" dirty="0"/>
              <a:t>LabelEncoder converts text-based building usages into integers, while pd.get_dummies creates binary columns for meter types.</a:t>
            </a:r>
          </a:p>
          <a:p>
            <a:pPr marL="285750" indent="-285750">
              <a:buFont typeface="Arial" panose="020B0604020202020204" pitchFamily="34" charset="0"/>
              <a:buChar char="•"/>
            </a:pPr>
            <a:r>
              <a:rPr lang="en-IN" dirty="0"/>
              <a:t>Continuous numerical variables—such as square footage, building age, and temperature—are standardized using StandardScaler to ensure all features share a zero mean and unit variance (Z = (x - mean) / std_dev).</a:t>
            </a:r>
          </a:p>
          <a:p>
            <a:pPr marL="285750" indent="-285750">
              <a:buFont typeface="Arial" panose="020B0604020202020204" pitchFamily="34" charset="0"/>
              <a:buChar char="•"/>
            </a:pPr>
            <a:r>
              <a:rPr lang="en-IN" dirty="0"/>
              <a:t>This combined encoding and scaling step formats all categorical and numerical inputs into a uniform structure ready for model training.</a:t>
            </a:r>
          </a:p>
        </p:txBody>
      </p:sp>
      <p:sp>
        <p:nvSpPr>
          <p:cNvPr id="11" name="TextBox 10">
            <a:extLst>
              <a:ext uri="{FF2B5EF4-FFF2-40B4-BE49-F238E27FC236}">
                <a16:creationId xmlns:a16="http://schemas.microsoft.com/office/drawing/2014/main" id="{7A351FC5-F330-E852-1499-7BEC10AA23FE}"/>
              </a:ext>
            </a:extLst>
          </p:cNvPr>
          <p:cNvSpPr txBox="1"/>
          <p:nvPr/>
        </p:nvSpPr>
        <p:spPr>
          <a:xfrm>
            <a:off x="3863752" y="476672"/>
            <a:ext cx="6803162" cy="523220"/>
          </a:xfrm>
          <a:prstGeom prst="rect">
            <a:avLst/>
          </a:prstGeom>
          <a:noFill/>
        </p:spPr>
        <p:txBody>
          <a:bodyPr wrap="square" rtlCol="0">
            <a:spAutoFit/>
          </a:bodyPr>
          <a:lstStyle/>
          <a:p>
            <a:r>
              <a:rPr lang="en-IN"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ENCODING AND SCALING</a:t>
            </a:r>
          </a:p>
        </p:txBody>
      </p:sp>
      <p:pic>
        <p:nvPicPr>
          <p:cNvPr id="10" name="Picture 9">
            <a:extLst>
              <a:ext uri="{FF2B5EF4-FFF2-40B4-BE49-F238E27FC236}">
                <a16:creationId xmlns:a16="http://schemas.microsoft.com/office/drawing/2014/main" id="{18E593C7-AB08-A063-D94D-475D531C13B4}"/>
              </a:ext>
            </a:extLst>
          </p:cNvPr>
          <p:cNvPicPr>
            <a:picLocks noChangeAspect="1"/>
          </p:cNvPicPr>
          <p:nvPr/>
        </p:nvPicPr>
        <p:blipFill>
          <a:blip r:embed="rId2"/>
          <a:stretch>
            <a:fillRect/>
          </a:stretch>
        </p:blipFill>
        <p:spPr>
          <a:xfrm>
            <a:off x="2165762" y="3248536"/>
            <a:ext cx="7860476" cy="1011458"/>
          </a:xfrm>
          <a:prstGeom prst="rect">
            <a:avLst/>
          </a:prstGeom>
        </p:spPr>
      </p:pic>
      <p:pic>
        <p:nvPicPr>
          <p:cNvPr id="13" name="Picture 12">
            <a:extLst>
              <a:ext uri="{FF2B5EF4-FFF2-40B4-BE49-F238E27FC236}">
                <a16:creationId xmlns:a16="http://schemas.microsoft.com/office/drawing/2014/main" id="{E9806C71-8BC1-9D14-E8A7-5F3AF2A34204}"/>
              </a:ext>
            </a:extLst>
          </p:cNvPr>
          <p:cNvPicPr>
            <a:picLocks noChangeAspect="1"/>
          </p:cNvPicPr>
          <p:nvPr/>
        </p:nvPicPr>
        <p:blipFill>
          <a:blip r:embed="rId3"/>
          <a:stretch>
            <a:fillRect/>
          </a:stretch>
        </p:blipFill>
        <p:spPr>
          <a:xfrm>
            <a:off x="2165762" y="4509120"/>
            <a:ext cx="7860476" cy="1559329"/>
          </a:xfrm>
          <a:prstGeom prst="rect">
            <a:avLst/>
          </a:prstGeom>
        </p:spPr>
      </p:pic>
    </p:spTree>
    <p:extLst>
      <p:ext uri="{BB962C8B-B14F-4D97-AF65-F5344CB8AC3E}">
        <p14:creationId xmlns:p14="http://schemas.microsoft.com/office/powerpoint/2010/main" val="3364757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99421-01AF-B1A8-2698-C3A0CA38C50B}"/>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8F632AA9-17FD-050B-2F60-8ABDF5251669}"/>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165BADD9-656C-A6DF-CBAC-CCBDBCA39ABD}"/>
              </a:ext>
            </a:extLst>
          </p:cNvPr>
          <p:cNvSpPr>
            <a:spLocks noGrp="1"/>
          </p:cNvSpPr>
          <p:nvPr>
            <p:ph type="sldNum" sz="quarter" idx="13"/>
          </p:nvPr>
        </p:nvSpPr>
        <p:spPr/>
        <p:txBody>
          <a:bodyPr/>
          <a:lstStyle/>
          <a:p>
            <a:fld id="{326EF2E3-409D-4D76-AD02-397A36B0DAF9}" type="slidenum">
              <a:rPr lang="en-US" smtClean="0"/>
              <a:pPr/>
              <a:t>14</a:t>
            </a:fld>
            <a:endParaRPr lang="en-US" dirty="0"/>
          </a:p>
        </p:txBody>
      </p:sp>
      <p:sp>
        <p:nvSpPr>
          <p:cNvPr id="5" name="TextBox 4">
            <a:extLst>
              <a:ext uri="{FF2B5EF4-FFF2-40B4-BE49-F238E27FC236}">
                <a16:creationId xmlns:a16="http://schemas.microsoft.com/office/drawing/2014/main" id="{681FE8CB-2188-92A6-DF37-1271A7832C66}"/>
              </a:ext>
            </a:extLst>
          </p:cNvPr>
          <p:cNvSpPr txBox="1"/>
          <p:nvPr/>
        </p:nvSpPr>
        <p:spPr>
          <a:xfrm>
            <a:off x="1098504" y="1196752"/>
            <a:ext cx="9994992" cy="586635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t>Data Inspection: Examined building metadata, weather data, and energy consumption records.</a:t>
            </a:r>
          </a:p>
          <a:p>
            <a:pPr marL="285750" indent="-285750">
              <a:lnSpc>
                <a:spcPct val="150000"/>
              </a:lnSpc>
              <a:buFont typeface="Arial" panose="020B0604020202020204" pitchFamily="34" charset="0"/>
              <a:buChar char="•"/>
            </a:pPr>
            <a:r>
              <a:rPr lang="en-IN" dirty="0"/>
              <a:t>Missing Value Detection: Identified missing values in floor_count (75.50%), year_built (53.42%), and cloud_coverage (49.49%).</a:t>
            </a:r>
          </a:p>
          <a:p>
            <a:pPr marL="285750" indent="-285750">
              <a:lnSpc>
                <a:spcPct val="150000"/>
              </a:lnSpc>
              <a:buFont typeface="Arial" panose="020B0604020202020204" pitchFamily="34" charset="0"/>
              <a:buChar char="•"/>
            </a:pPr>
            <a:r>
              <a:rPr lang="en-IN" dirty="0"/>
              <a:t>Missing Value Handling: Used median imputation for numerical features and forward and backward filling for weather data.</a:t>
            </a:r>
          </a:p>
          <a:p>
            <a:pPr marL="285750" indent="-285750">
              <a:lnSpc>
                <a:spcPct val="150000"/>
              </a:lnSpc>
              <a:buFont typeface="Arial" panose="020B0604020202020204" pitchFamily="34" charset="0"/>
              <a:buChar char="•"/>
            </a:pPr>
            <a:r>
              <a:rPr lang="en-IN" dirty="0"/>
              <a:t>Data Cleaning: Cleaned and prepared the datasets for merging and further analysis.</a:t>
            </a:r>
          </a:p>
          <a:p>
            <a:pPr marL="285750" indent="-285750">
              <a:lnSpc>
                <a:spcPct val="150000"/>
              </a:lnSpc>
              <a:buFont typeface="Arial" panose="020B0604020202020204" pitchFamily="34" charset="0"/>
              <a:buChar char="•"/>
            </a:pPr>
            <a:r>
              <a:rPr lang="en-IN" dirty="0"/>
              <a:t>Outlier Detection: Applied the IQR method (1.5 × IQR) to identify extreme energy consumption values.</a:t>
            </a:r>
          </a:p>
          <a:p>
            <a:pPr marL="285750" indent="-285750">
              <a:lnSpc>
                <a:spcPct val="150000"/>
              </a:lnSpc>
              <a:buFont typeface="Arial" panose="020B0604020202020204" pitchFamily="34" charset="0"/>
              <a:buChar char="•"/>
            </a:pPr>
            <a:r>
              <a:rPr lang="en-IN" dirty="0"/>
              <a:t>Outlier Treatment: Detected 580 outliers (13.44%) and capped them using lower and upper bounds.</a:t>
            </a:r>
          </a:p>
          <a:p>
            <a:pPr marL="285750" indent="-285750">
              <a:lnSpc>
                <a:spcPct val="150000"/>
              </a:lnSpc>
              <a:buFont typeface="Arial" panose="020B0604020202020204" pitchFamily="34" charset="0"/>
              <a:buChar char="•"/>
            </a:pPr>
            <a:r>
              <a:rPr lang="en-IN" dirty="0"/>
              <a:t>Categorical Encoding: Converts text labels into numbers using LabelEncoder for building types and one-hot encoding (pd.get_dummies) for meter types.</a:t>
            </a:r>
          </a:p>
          <a:p>
            <a:pPr marL="285750" indent="-285750">
              <a:lnSpc>
                <a:spcPct val="150000"/>
              </a:lnSpc>
              <a:buFont typeface="Arial" panose="020B0604020202020204" pitchFamily="34" charset="0"/>
              <a:buChar char="•"/>
            </a:pPr>
            <a:r>
              <a:rPr lang="en-IN" dirty="0"/>
              <a:t>Feature Scaling: Uses StandardScaler to normalize continuous variables (like square footage and temperature) to a zero mean and unit variance.</a:t>
            </a:r>
          </a:p>
          <a:p>
            <a:pPr marL="285750" indent="-285750">
              <a:lnSpc>
                <a:spcPct val="150000"/>
              </a:lnSpc>
              <a:buFont typeface="Arial" panose="020B0604020202020204" pitchFamily="34" charset="0"/>
              <a:buChar char="•"/>
            </a:pPr>
            <a:endParaRPr lang="en-IN" dirty="0"/>
          </a:p>
          <a:p>
            <a:pPr>
              <a:lnSpc>
                <a:spcPct val="150000"/>
              </a:lnSpc>
            </a:pPr>
            <a:endParaRPr lang="en-IN" dirty="0"/>
          </a:p>
        </p:txBody>
      </p:sp>
      <p:sp>
        <p:nvSpPr>
          <p:cNvPr id="6" name="TextBox 5">
            <a:extLst>
              <a:ext uri="{FF2B5EF4-FFF2-40B4-BE49-F238E27FC236}">
                <a16:creationId xmlns:a16="http://schemas.microsoft.com/office/drawing/2014/main" id="{38DFC0A9-7679-6D6D-F535-E5B5922394F2}"/>
              </a:ext>
            </a:extLst>
          </p:cNvPr>
          <p:cNvSpPr txBox="1"/>
          <p:nvPr/>
        </p:nvSpPr>
        <p:spPr>
          <a:xfrm>
            <a:off x="3791744" y="533683"/>
            <a:ext cx="6408712" cy="523220"/>
          </a:xfrm>
          <a:prstGeom prst="rect">
            <a:avLst/>
          </a:prstGeom>
          <a:noFill/>
        </p:spPr>
        <p:txBody>
          <a:bodyPr wrap="square" rtlCol="0">
            <a:spAutoFit/>
          </a:bodyPr>
          <a:lstStyle/>
          <a:p>
            <a:r>
              <a:rPr lang="en-IN"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PREPROCESSING SUMMARY</a:t>
            </a:r>
          </a:p>
        </p:txBody>
      </p:sp>
    </p:spTree>
    <p:extLst>
      <p:ext uri="{BB962C8B-B14F-4D97-AF65-F5344CB8AC3E}">
        <p14:creationId xmlns:p14="http://schemas.microsoft.com/office/powerpoint/2010/main" val="1935650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2008FE-ECCC-A0D1-C0BF-9592298D3042}"/>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479541D5-CA82-E129-9858-9FFC37B1B0C8}"/>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73EF1F51-0902-546F-C2B1-58E283837CA4}"/>
              </a:ext>
            </a:extLst>
          </p:cNvPr>
          <p:cNvSpPr>
            <a:spLocks noGrp="1"/>
          </p:cNvSpPr>
          <p:nvPr>
            <p:ph type="sldNum" sz="quarter" idx="13"/>
          </p:nvPr>
        </p:nvSpPr>
        <p:spPr/>
        <p:txBody>
          <a:bodyPr/>
          <a:lstStyle/>
          <a:p>
            <a:fld id="{326EF2E3-409D-4D76-AD02-397A36B0DAF9}" type="slidenum">
              <a:rPr lang="en-US" smtClean="0"/>
              <a:pPr/>
              <a:t>15</a:t>
            </a:fld>
            <a:endParaRPr lang="en-US" dirty="0"/>
          </a:p>
        </p:txBody>
      </p:sp>
      <p:pic>
        <p:nvPicPr>
          <p:cNvPr id="8" name="Picture 7">
            <a:extLst>
              <a:ext uri="{FF2B5EF4-FFF2-40B4-BE49-F238E27FC236}">
                <a16:creationId xmlns:a16="http://schemas.microsoft.com/office/drawing/2014/main" id="{7D6D80F1-A4B4-4583-4336-AD74737A484F}"/>
              </a:ext>
            </a:extLst>
          </p:cNvPr>
          <p:cNvPicPr>
            <a:picLocks noChangeAspect="1"/>
          </p:cNvPicPr>
          <p:nvPr/>
        </p:nvPicPr>
        <p:blipFill>
          <a:blip r:embed="rId2"/>
          <a:stretch>
            <a:fillRect/>
          </a:stretch>
        </p:blipFill>
        <p:spPr>
          <a:xfrm>
            <a:off x="7536160" y="1700808"/>
            <a:ext cx="4608511" cy="3766540"/>
          </a:xfrm>
          <a:prstGeom prst="rect">
            <a:avLst/>
          </a:prstGeom>
        </p:spPr>
      </p:pic>
      <p:sp>
        <p:nvSpPr>
          <p:cNvPr id="9" name="TextBox 8">
            <a:extLst>
              <a:ext uri="{FF2B5EF4-FFF2-40B4-BE49-F238E27FC236}">
                <a16:creationId xmlns:a16="http://schemas.microsoft.com/office/drawing/2014/main" id="{F7F7C3E0-7F16-3FBB-7354-5F5B1E3188EB}"/>
              </a:ext>
            </a:extLst>
          </p:cNvPr>
          <p:cNvSpPr txBox="1"/>
          <p:nvPr/>
        </p:nvSpPr>
        <p:spPr>
          <a:xfrm>
            <a:off x="3323692" y="476672"/>
            <a:ext cx="7056784" cy="523220"/>
          </a:xfrm>
          <a:prstGeom prst="rect">
            <a:avLst/>
          </a:prstGeom>
          <a:noFill/>
        </p:spPr>
        <p:txBody>
          <a:bodyPr wrap="square" rtlCol="0">
            <a:spAutoFit/>
          </a:bodyPr>
          <a:lstStyle/>
          <a:p>
            <a:r>
              <a:rPr lang="en-IN"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VISUALIZATION AND INTERPRETATION</a:t>
            </a:r>
          </a:p>
        </p:txBody>
      </p:sp>
      <p:pic>
        <p:nvPicPr>
          <p:cNvPr id="11" name="Picture 10">
            <a:extLst>
              <a:ext uri="{FF2B5EF4-FFF2-40B4-BE49-F238E27FC236}">
                <a16:creationId xmlns:a16="http://schemas.microsoft.com/office/drawing/2014/main" id="{61478EFC-EC71-B666-42FC-AC781A47BD13}"/>
              </a:ext>
            </a:extLst>
          </p:cNvPr>
          <p:cNvPicPr>
            <a:picLocks noChangeAspect="1"/>
          </p:cNvPicPr>
          <p:nvPr/>
        </p:nvPicPr>
        <p:blipFill>
          <a:blip r:embed="rId3"/>
          <a:stretch>
            <a:fillRect/>
          </a:stretch>
        </p:blipFill>
        <p:spPr>
          <a:xfrm>
            <a:off x="191344" y="3192225"/>
            <a:ext cx="7395127" cy="894211"/>
          </a:xfrm>
          <a:prstGeom prst="rect">
            <a:avLst/>
          </a:prstGeom>
        </p:spPr>
      </p:pic>
    </p:spTree>
    <p:extLst>
      <p:ext uri="{BB962C8B-B14F-4D97-AF65-F5344CB8AC3E}">
        <p14:creationId xmlns:p14="http://schemas.microsoft.com/office/powerpoint/2010/main" val="2007204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3A2D9-147D-D1AC-0EA2-47D20EB6EB6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8084A9E-8CC4-E6D8-C27B-EBECDD0BC6F0}"/>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D9CFE9D3-5663-C7C1-5159-6A6DC579867F}"/>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2D55ACA4-ACB3-E6A8-B2B4-66533AB64A32}"/>
              </a:ext>
            </a:extLst>
          </p:cNvPr>
          <p:cNvSpPr>
            <a:spLocks noGrp="1"/>
          </p:cNvSpPr>
          <p:nvPr>
            <p:ph type="sldNum" sz="quarter" idx="13"/>
          </p:nvPr>
        </p:nvSpPr>
        <p:spPr/>
        <p:txBody>
          <a:bodyPr/>
          <a:lstStyle/>
          <a:p>
            <a:fld id="{326EF2E3-409D-4D76-AD02-397A36B0DAF9}" type="slidenum">
              <a:rPr lang="en-US" smtClean="0"/>
              <a:pPr/>
              <a:t>16</a:t>
            </a:fld>
            <a:endParaRPr lang="en-US" dirty="0"/>
          </a:p>
        </p:txBody>
      </p:sp>
      <p:pic>
        <p:nvPicPr>
          <p:cNvPr id="6" name="Picture 5">
            <a:extLst>
              <a:ext uri="{FF2B5EF4-FFF2-40B4-BE49-F238E27FC236}">
                <a16:creationId xmlns:a16="http://schemas.microsoft.com/office/drawing/2014/main" id="{83B8B981-12AD-41CC-BE0F-EEA00E11658C}"/>
              </a:ext>
            </a:extLst>
          </p:cNvPr>
          <p:cNvPicPr>
            <a:picLocks noChangeAspect="1"/>
          </p:cNvPicPr>
          <p:nvPr/>
        </p:nvPicPr>
        <p:blipFill>
          <a:blip r:embed="rId2"/>
          <a:stretch>
            <a:fillRect/>
          </a:stretch>
        </p:blipFill>
        <p:spPr>
          <a:xfrm>
            <a:off x="6852084" y="1771342"/>
            <a:ext cx="5112568" cy="3735978"/>
          </a:xfrm>
          <a:prstGeom prst="rect">
            <a:avLst/>
          </a:prstGeom>
        </p:spPr>
      </p:pic>
      <p:sp>
        <p:nvSpPr>
          <p:cNvPr id="9" name="TextBox 8">
            <a:extLst>
              <a:ext uri="{FF2B5EF4-FFF2-40B4-BE49-F238E27FC236}">
                <a16:creationId xmlns:a16="http://schemas.microsoft.com/office/drawing/2014/main" id="{D9E3D295-5A4B-A77A-FBD9-A4EF54FC0741}"/>
              </a:ext>
            </a:extLst>
          </p:cNvPr>
          <p:cNvSpPr txBox="1"/>
          <p:nvPr/>
        </p:nvSpPr>
        <p:spPr>
          <a:xfrm>
            <a:off x="3323692" y="476672"/>
            <a:ext cx="7056784" cy="523220"/>
          </a:xfrm>
          <a:prstGeom prst="rect">
            <a:avLst/>
          </a:prstGeom>
          <a:noFill/>
        </p:spPr>
        <p:txBody>
          <a:bodyPr wrap="square" rtlCol="0">
            <a:spAutoFit/>
          </a:bodyPr>
          <a:lstStyle/>
          <a:p>
            <a:r>
              <a:rPr lang="en-IN"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VISUALIZATION AND INTERPRETATION</a:t>
            </a:r>
          </a:p>
        </p:txBody>
      </p:sp>
      <p:pic>
        <p:nvPicPr>
          <p:cNvPr id="7" name="Picture 6">
            <a:extLst>
              <a:ext uri="{FF2B5EF4-FFF2-40B4-BE49-F238E27FC236}">
                <a16:creationId xmlns:a16="http://schemas.microsoft.com/office/drawing/2014/main" id="{46487427-CDBC-FED8-4C3D-5D7E8994E184}"/>
              </a:ext>
            </a:extLst>
          </p:cNvPr>
          <p:cNvPicPr>
            <a:picLocks noChangeAspect="1"/>
          </p:cNvPicPr>
          <p:nvPr/>
        </p:nvPicPr>
        <p:blipFill>
          <a:blip r:embed="rId3"/>
          <a:stretch>
            <a:fillRect/>
          </a:stretch>
        </p:blipFill>
        <p:spPr>
          <a:xfrm>
            <a:off x="407368" y="2830778"/>
            <a:ext cx="6264183" cy="1196444"/>
          </a:xfrm>
          <a:prstGeom prst="rect">
            <a:avLst/>
          </a:prstGeom>
        </p:spPr>
      </p:pic>
    </p:spTree>
    <p:extLst>
      <p:ext uri="{BB962C8B-B14F-4D97-AF65-F5344CB8AC3E}">
        <p14:creationId xmlns:p14="http://schemas.microsoft.com/office/powerpoint/2010/main" val="1366916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0EC6A8-B6B2-4E0B-C387-C957399361C0}"/>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314310E7-61AD-D05B-FC27-26BB94E24E49}"/>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A60ACBED-973D-CF32-EF37-4F2A20FEF9E4}"/>
              </a:ext>
            </a:extLst>
          </p:cNvPr>
          <p:cNvSpPr>
            <a:spLocks noGrp="1"/>
          </p:cNvSpPr>
          <p:nvPr>
            <p:ph type="sldNum" sz="quarter" idx="13"/>
          </p:nvPr>
        </p:nvSpPr>
        <p:spPr/>
        <p:txBody>
          <a:bodyPr/>
          <a:lstStyle/>
          <a:p>
            <a:fld id="{326EF2E3-409D-4D76-AD02-397A36B0DAF9}" type="slidenum">
              <a:rPr lang="en-US" smtClean="0"/>
              <a:pPr/>
              <a:t>17</a:t>
            </a:fld>
            <a:endParaRPr lang="en-US" dirty="0"/>
          </a:p>
        </p:txBody>
      </p:sp>
      <p:pic>
        <p:nvPicPr>
          <p:cNvPr id="6" name="Picture 5">
            <a:extLst>
              <a:ext uri="{FF2B5EF4-FFF2-40B4-BE49-F238E27FC236}">
                <a16:creationId xmlns:a16="http://schemas.microsoft.com/office/drawing/2014/main" id="{E2D45278-D03E-BCE0-FCF7-2716B22B1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8360" y="1900894"/>
            <a:ext cx="6432376" cy="3535289"/>
          </a:xfrm>
          <a:prstGeom prst="rect">
            <a:avLst/>
          </a:prstGeom>
        </p:spPr>
      </p:pic>
      <p:sp>
        <p:nvSpPr>
          <p:cNvPr id="7" name="TextBox 6">
            <a:extLst>
              <a:ext uri="{FF2B5EF4-FFF2-40B4-BE49-F238E27FC236}">
                <a16:creationId xmlns:a16="http://schemas.microsoft.com/office/drawing/2014/main" id="{0239F20A-C7EF-564E-6FF4-AAD61AD52C80}"/>
              </a:ext>
            </a:extLst>
          </p:cNvPr>
          <p:cNvSpPr txBox="1"/>
          <p:nvPr/>
        </p:nvSpPr>
        <p:spPr>
          <a:xfrm>
            <a:off x="3287688" y="457508"/>
            <a:ext cx="7634064" cy="523220"/>
          </a:xfrm>
          <a:prstGeom prst="rect">
            <a:avLst/>
          </a:prstGeom>
          <a:noFill/>
        </p:spPr>
        <p:txBody>
          <a:bodyPr wrap="square">
            <a:spAutoFit/>
          </a:bodyPr>
          <a:lstStyle/>
          <a:p>
            <a:r>
              <a:rPr lang="en-IN"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VISUALIZATION AND INTERPRETATION</a:t>
            </a:r>
          </a:p>
        </p:txBody>
      </p:sp>
      <p:pic>
        <p:nvPicPr>
          <p:cNvPr id="9" name="Picture 8">
            <a:extLst>
              <a:ext uri="{FF2B5EF4-FFF2-40B4-BE49-F238E27FC236}">
                <a16:creationId xmlns:a16="http://schemas.microsoft.com/office/drawing/2014/main" id="{99A8C499-518B-50A4-2816-ED8686E24D76}"/>
              </a:ext>
            </a:extLst>
          </p:cNvPr>
          <p:cNvPicPr>
            <a:picLocks noChangeAspect="1"/>
          </p:cNvPicPr>
          <p:nvPr/>
        </p:nvPicPr>
        <p:blipFill>
          <a:blip r:embed="rId3"/>
          <a:stretch>
            <a:fillRect/>
          </a:stretch>
        </p:blipFill>
        <p:spPr>
          <a:xfrm>
            <a:off x="191344" y="1246654"/>
            <a:ext cx="5130785" cy="5032116"/>
          </a:xfrm>
          <a:prstGeom prst="rect">
            <a:avLst/>
          </a:prstGeom>
        </p:spPr>
      </p:pic>
    </p:spTree>
    <p:extLst>
      <p:ext uri="{BB962C8B-B14F-4D97-AF65-F5344CB8AC3E}">
        <p14:creationId xmlns:p14="http://schemas.microsoft.com/office/powerpoint/2010/main" val="444095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4CDC1F-3BBD-AF27-5D77-F62DA400BA0F}"/>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C498809A-5E87-1263-7518-85DADF13ACD1}"/>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8A020759-DEDA-692F-C820-B7DEAC3DADBF}"/>
              </a:ext>
            </a:extLst>
          </p:cNvPr>
          <p:cNvSpPr>
            <a:spLocks noGrp="1"/>
          </p:cNvSpPr>
          <p:nvPr>
            <p:ph type="sldNum" sz="quarter" idx="13"/>
          </p:nvPr>
        </p:nvSpPr>
        <p:spPr/>
        <p:txBody>
          <a:bodyPr/>
          <a:lstStyle/>
          <a:p>
            <a:fld id="{326EF2E3-409D-4D76-AD02-397A36B0DAF9}" type="slidenum">
              <a:rPr lang="en-US" smtClean="0"/>
              <a:pPr/>
              <a:t>18</a:t>
            </a:fld>
            <a:endParaRPr lang="en-US" dirty="0"/>
          </a:p>
        </p:txBody>
      </p:sp>
      <p:pic>
        <p:nvPicPr>
          <p:cNvPr id="8" name="Picture 7">
            <a:extLst>
              <a:ext uri="{FF2B5EF4-FFF2-40B4-BE49-F238E27FC236}">
                <a16:creationId xmlns:a16="http://schemas.microsoft.com/office/drawing/2014/main" id="{853306CD-BEE5-ED52-D138-D3289EFD592B}"/>
              </a:ext>
            </a:extLst>
          </p:cNvPr>
          <p:cNvPicPr>
            <a:picLocks noChangeAspect="1"/>
          </p:cNvPicPr>
          <p:nvPr/>
        </p:nvPicPr>
        <p:blipFill>
          <a:blip r:embed="rId2"/>
          <a:srcRect r="49320"/>
          <a:stretch>
            <a:fillRect/>
          </a:stretch>
        </p:blipFill>
        <p:spPr>
          <a:xfrm>
            <a:off x="3606805" y="2070407"/>
            <a:ext cx="4506591" cy="4167673"/>
          </a:xfrm>
          <a:prstGeom prst="rect">
            <a:avLst/>
          </a:prstGeom>
        </p:spPr>
      </p:pic>
      <p:sp>
        <p:nvSpPr>
          <p:cNvPr id="6" name="TextBox 5">
            <a:extLst>
              <a:ext uri="{FF2B5EF4-FFF2-40B4-BE49-F238E27FC236}">
                <a16:creationId xmlns:a16="http://schemas.microsoft.com/office/drawing/2014/main" id="{01E218DC-DE28-30A1-CE32-2F0923E431BC}"/>
              </a:ext>
            </a:extLst>
          </p:cNvPr>
          <p:cNvSpPr txBox="1"/>
          <p:nvPr/>
        </p:nvSpPr>
        <p:spPr>
          <a:xfrm>
            <a:off x="3248100" y="466228"/>
            <a:ext cx="7560840" cy="523220"/>
          </a:xfrm>
          <a:prstGeom prst="rect">
            <a:avLst/>
          </a:prstGeom>
          <a:noFill/>
        </p:spPr>
        <p:txBody>
          <a:bodyPr wrap="square">
            <a:spAutoFit/>
          </a:bodyPr>
          <a:lstStyle/>
          <a:p>
            <a:r>
              <a:rPr lang="en-IN"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VISUALIZATION AND INTERPRETATION</a:t>
            </a:r>
          </a:p>
        </p:txBody>
      </p:sp>
      <p:pic>
        <p:nvPicPr>
          <p:cNvPr id="9" name="Picture 8">
            <a:extLst>
              <a:ext uri="{FF2B5EF4-FFF2-40B4-BE49-F238E27FC236}">
                <a16:creationId xmlns:a16="http://schemas.microsoft.com/office/drawing/2014/main" id="{79DD694F-2C4D-CB15-A87C-EFD5AD185C4E}"/>
              </a:ext>
            </a:extLst>
          </p:cNvPr>
          <p:cNvPicPr>
            <a:picLocks noChangeAspect="1"/>
          </p:cNvPicPr>
          <p:nvPr/>
        </p:nvPicPr>
        <p:blipFill>
          <a:blip r:embed="rId3"/>
          <a:stretch>
            <a:fillRect/>
          </a:stretch>
        </p:blipFill>
        <p:spPr>
          <a:xfrm>
            <a:off x="1447739" y="1288214"/>
            <a:ext cx="8824725" cy="784928"/>
          </a:xfrm>
          <a:prstGeom prst="rect">
            <a:avLst/>
          </a:prstGeom>
        </p:spPr>
      </p:pic>
    </p:spTree>
    <p:extLst>
      <p:ext uri="{BB962C8B-B14F-4D97-AF65-F5344CB8AC3E}">
        <p14:creationId xmlns:p14="http://schemas.microsoft.com/office/powerpoint/2010/main" val="825377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FEA32-EB2A-A169-0A34-BF7F952802A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40E1574-CABB-7BCF-7503-541F709D0C2F}"/>
              </a:ext>
            </a:extLst>
          </p:cNvPr>
          <p:cNvSpPr>
            <a:spLocks noGrp="1"/>
          </p:cNvSpPr>
          <p:nvPr>
            <p:ph type="dt" sz="half" idx="11"/>
          </p:nvPr>
        </p:nvSpPr>
        <p:spPr/>
        <p:txBody>
          <a:bodyPr/>
          <a:lstStyle/>
          <a:p>
            <a:fld id="{8368060C-F3A5-4600-9262-589A0797613D}" type="datetime1">
              <a:rPr lang="en-IN" smtClean="0"/>
              <a:pPr/>
              <a:t>01-10-2026</a:t>
            </a:fld>
            <a:endParaRPr lang="en-US" dirty="0"/>
          </a:p>
        </p:txBody>
      </p:sp>
      <p:sp>
        <p:nvSpPr>
          <p:cNvPr id="3" name="Footer Placeholder 2">
            <a:extLst>
              <a:ext uri="{FF2B5EF4-FFF2-40B4-BE49-F238E27FC236}">
                <a16:creationId xmlns:a16="http://schemas.microsoft.com/office/drawing/2014/main" id="{239071AE-5A81-F671-4E57-A4DBA25FB1AB}"/>
              </a:ext>
            </a:extLst>
          </p:cNvPr>
          <p:cNvSpPr>
            <a:spLocks noGrp="1"/>
          </p:cNvSpPr>
          <p:nvPr>
            <p:ph type="ftr" sz="quarter" idx="12"/>
          </p:nvPr>
        </p:nvSpPr>
        <p:spPr/>
        <p:txBody>
          <a:bodyPr/>
          <a:lstStyle/>
          <a:p>
            <a:r>
              <a:rPr lang="en-US"/>
              <a:t>Data Science                                                                K Vydehi, Asst Professor, CSE Dept.</a:t>
            </a:r>
            <a:endParaRPr lang="en-US" dirty="0"/>
          </a:p>
        </p:txBody>
      </p:sp>
      <p:sp>
        <p:nvSpPr>
          <p:cNvPr id="4" name="Slide Number Placeholder 3">
            <a:extLst>
              <a:ext uri="{FF2B5EF4-FFF2-40B4-BE49-F238E27FC236}">
                <a16:creationId xmlns:a16="http://schemas.microsoft.com/office/drawing/2014/main" id="{7DABD7B0-D8F4-CF54-3EC5-DAECC4CD12EA}"/>
              </a:ext>
            </a:extLst>
          </p:cNvPr>
          <p:cNvSpPr>
            <a:spLocks noGrp="1"/>
          </p:cNvSpPr>
          <p:nvPr>
            <p:ph type="sldNum" sz="quarter" idx="13"/>
          </p:nvPr>
        </p:nvSpPr>
        <p:spPr/>
        <p:txBody>
          <a:bodyPr/>
          <a:lstStyle/>
          <a:p>
            <a:fld id="{326EF2E3-409D-4D76-AD02-397A36B0DAF9}" type="slidenum">
              <a:rPr lang="en-US" smtClean="0"/>
              <a:pPr/>
              <a:t>19</a:t>
            </a:fld>
            <a:endParaRPr lang="en-US" dirty="0"/>
          </a:p>
        </p:txBody>
      </p:sp>
      <p:pic>
        <p:nvPicPr>
          <p:cNvPr id="8" name="Picture 7">
            <a:extLst>
              <a:ext uri="{FF2B5EF4-FFF2-40B4-BE49-F238E27FC236}">
                <a16:creationId xmlns:a16="http://schemas.microsoft.com/office/drawing/2014/main" id="{96502C4E-5856-BE15-29F4-43D54C53176A}"/>
              </a:ext>
            </a:extLst>
          </p:cNvPr>
          <p:cNvPicPr>
            <a:picLocks noChangeAspect="1"/>
          </p:cNvPicPr>
          <p:nvPr/>
        </p:nvPicPr>
        <p:blipFill>
          <a:blip r:embed="rId2"/>
          <a:srcRect l="50000"/>
          <a:stretch>
            <a:fillRect/>
          </a:stretch>
        </p:blipFill>
        <p:spPr>
          <a:xfrm>
            <a:off x="3809746" y="2051555"/>
            <a:ext cx="4572508" cy="4286140"/>
          </a:xfrm>
          <a:prstGeom prst="rect">
            <a:avLst/>
          </a:prstGeom>
        </p:spPr>
      </p:pic>
      <p:sp>
        <p:nvSpPr>
          <p:cNvPr id="6" name="TextBox 5">
            <a:extLst>
              <a:ext uri="{FF2B5EF4-FFF2-40B4-BE49-F238E27FC236}">
                <a16:creationId xmlns:a16="http://schemas.microsoft.com/office/drawing/2014/main" id="{575B428E-C41B-0223-9B8C-81B9161A4159}"/>
              </a:ext>
            </a:extLst>
          </p:cNvPr>
          <p:cNvSpPr txBox="1"/>
          <p:nvPr/>
        </p:nvSpPr>
        <p:spPr>
          <a:xfrm>
            <a:off x="3287688" y="476556"/>
            <a:ext cx="7778080" cy="523220"/>
          </a:xfrm>
          <a:prstGeom prst="rect">
            <a:avLst/>
          </a:prstGeom>
          <a:noFill/>
        </p:spPr>
        <p:txBody>
          <a:bodyPr wrap="square">
            <a:spAutoFit/>
          </a:bodyPr>
          <a:lstStyle/>
          <a:p>
            <a:r>
              <a:rPr lang="en-IN" sz="28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VISUALIZATION AND INTERPRETATION</a:t>
            </a:r>
          </a:p>
        </p:txBody>
      </p:sp>
      <p:pic>
        <p:nvPicPr>
          <p:cNvPr id="11" name="Picture 10">
            <a:extLst>
              <a:ext uri="{FF2B5EF4-FFF2-40B4-BE49-F238E27FC236}">
                <a16:creationId xmlns:a16="http://schemas.microsoft.com/office/drawing/2014/main" id="{792C43AC-CD34-D674-8D18-7773320FFD04}"/>
              </a:ext>
            </a:extLst>
          </p:cNvPr>
          <p:cNvPicPr>
            <a:picLocks noChangeAspect="1"/>
          </p:cNvPicPr>
          <p:nvPr/>
        </p:nvPicPr>
        <p:blipFill>
          <a:blip r:embed="rId3"/>
          <a:stretch>
            <a:fillRect/>
          </a:stretch>
        </p:blipFill>
        <p:spPr>
          <a:xfrm>
            <a:off x="2396169" y="1274248"/>
            <a:ext cx="7399661" cy="777307"/>
          </a:xfrm>
          <a:prstGeom prst="rect">
            <a:avLst/>
          </a:prstGeom>
        </p:spPr>
      </p:pic>
    </p:spTree>
    <p:extLst>
      <p:ext uri="{BB962C8B-B14F-4D97-AF65-F5344CB8AC3E}">
        <p14:creationId xmlns:p14="http://schemas.microsoft.com/office/powerpoint/2010/main" val="4182610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B092A7-C8FE-DDFF-6681-101FCF685C26}"/>
              </a:ext>
            </a:extLst>
          </p:cNvPr>
          <p:cNvSpPr txBox="1"/>
          <p:nvPr/>
        </p:nvSpPr>
        <p:spPr>
          <a:xfrm>
            <a:off x="2855640" y="548680"/>
            <a:ext cx="6054800" cy="769441"/>
          </a:xfrm>
          <a:prstGeom prst="rect">
            <a:avLst/>
          </a:prstGeom>
          <a:noFill/>
        </p:spPr>
        <p:txBody>
          <a:bodyPr wrap="square" rtlCol="0">
            <a:spAutoFit/>
          </a:bodyPr>
          <a:lstStyle/>
          <a:p>
            <a:pPr algn="ctr"/>
            <a:r>
              <a:rPr lang="en-IN" sz="4400"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CONCLUSION</a:t>
            </a:r>
          </a:p>
        </p:txBody>
      </p:sp>
      <p:sp>
        <p:nvSpPr>
          <p:cNvPr id="6" name="TextBox 5">
            <a:extLst>
              <a:ext uri="{FF2B5EF4-FFF2-40B4-BE49-F238E27FC236}">
                <a16:creationId xmlns:a16="http://schemas.microsoft.com/office/drawing/2014/main" id="{327050FF-8130-C4A5-5CC4-84CE300DB268}"/>
              </a:ext>
            </a:extLst>
          </p:cNvPr>
          <p:cNvSpPr txBox="1"/>
          <p:nvPr/>
        </p:nvSpPr>
        <p:spPr>
          <a:xfrm>
            <a:off x="1343472" y="2090172"/>
            <a:ext cx="10081120" cy="2677656"/>
          </a:xfrm>
          <a:prstGeom prst="rect">
            <a:avLst/>
          </a:prstGeom>
          <a:noFill/>
        </p:spPr>
        <p:txBody>
          <a:bodyPr wrap="square" rtlCol="0">
            <a:spAutoFit/>
          </a:bodyPr>
          <a:lstStyle/>
          <a:p>
            <a:pPr marL="285750" lvl="0" indent="-285750">
              <a:buFont typeface="Arial" panose="020B0604020202020204" pitchFamily="34" charset="0"/>
              <a:buChar char="•"/>
            </a:pPr>
            <a:r>
              <a:rPr lang="en-IN" sz="2400" dirty="0"/>
              <a:t>Analyzed building energy consumption and key influencing factors.</a:t>
            </a:r>
          </a:p>
          <a:p>
            <a:pPr marL="285750" lvl="0" indent="-285750">
              <a:buFont typeface="Arial" panose="020B0604020202020204" pitchFamily="34" charset="0"/>
              <a:buChar char="•"/>
            </a:pPr>
            <a:r>
              <a:rPr lang="en-IN" sz="2400" dirty="0"/>
              <a:t>Identified usage patterns based on building characteristics, weather, and time.</a:t>
            </a:r>
          </a:p>
          <a:p>
            <a:pPr marL="285750" lvl="0" indent="-285750">
              <a:buFont typeface="Arial" panose="020B0604020202020204" pitchFamily="34" charset="0"/>
              <a:buChar char="•"/>
            </a:pPr>
            <a:r>
              <a:rPr lang="en-IN" sz="2400" dirty="0"/>
              <a:t>Highlighted opportunities to detect inefficiencies and reduce energy waste.</a:t>
            </a:r>
          </a:p>
          <a:p>
            <a:pPr marL="285750" lvl="0" indent="-285750">
              <a:buFont typeface="Arial" panose="020B0604020202020204" pitchFamily="34" charset="0"/>
              <a:buChar char="•"/>
            </a:pPr>
            <a:r>
              <a:rPr lang="en-IN" sz="2400" dirty="0"/>
              <a:t>Provided insights to optimize energy costs and improve efficiency.</a:t>
            </a:r>
          </a:p>
          <a:p>
            <a:pPr marL="285750" lvl="0" indent="-285750">
              <a:buFont typeface="Arial" panose="020B0604020202020204" pitchFamily="34" charset="0"/>
              <a:buChar char="•"/>
            </a:pPr>
            <a:r>
              <a:rPr lang="en-IN" sz="2400" dirty="0"/>
              <a:t>Demonstrated how data analytics supports sustainable energy management.</a:t>
            </a:r>
          </a:p>
          <a:p>
            <a:pPr algn="just"/>
            <a:endParaRPr lang="en-IN" sz="2400" dirty="0"/>
          </a:p>
        </p:txBody>
      </p:sp>
      <p:sp>
        <p:nvSpPr>
          <p:cNvPr id="2" name="TextBox 1">
            <a:extLst>
              <a:ext uri="{FF2B5EF4-FFF2-40B4-BE49-F238E27FC236}">
                <a16:creationId xmlns:a16="http://schemas.microsoft.com/office/drawing/2014/main" id="{7646B517-7BCD-1846-A85F-0E4B6897CACC}"/>
              </a:ext>
            </a:extLst>
          </p:cNvPr>
          <p:cNvSpPr txBox="1"/>
          <p:nvPr/>
        </p:nvSpPr>
        <p:spPr>
          <a:xfrm>
            <a:off x="3719736" y="5662989"/>
            <a:ext cx="4464496" cy="646331"/>
          </a:xfrm>
          <a:prstGeom prst="rect">
            <a:avLst/>
          </a:prstGeom>
          <a:noFill/>
        </p:spPr>
        <p:txBody>
          <a:bodyPr wrap="square" rtlCol="0">
            <a:spAutoFit/>
          </a:bodyPr>
          <a:lstStyle/>
          <a:p>
            <a:pPr algn="ctr"/>
            <a:r>
              <a:rPr lang="en-IN" sz="36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THANK YOU --- </a:t>
            </a:r>
          </a:p>
        </p:txBody>
      </p:sp>
    </p:spTree>
    <p:extLst>
      <p:ext uri="{BB962C8B-B14F-4D97-AF65-F5344CB8AC3E}">
        <p14:creationId xmlns:p14="http://schemas.microsoft.com/office/powerpoint/2010/main" val="41280088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8596</TotalTime>
  <Words>1119</Words>
  <Application>Microsoft Office PowerPoint</Application>
  <PresentationFormat>Widescreen</PresentationFormat>
  <Paragraphs>122</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ADLaM Display</vt:lpstr>
      <vt:lpstr>Arial</vt:lpstr>
      <vt:lpstr>Calibri</vt:lpstr>
      <vt:lpstr>Calibri Light</vt:lpstr>
      <vt:lpstr>Times New Roman</vt:lpstr>
      <vt:lpstr>Tw Cen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Vamsi Kalyan</cp:lastModifiedBy>
  <cp:revision>846</cp:revision>
  <cp:lastPrinted>2023-06-09T04:58:36Z</cp:lastPrinted>
  <dcterms:created xsi:type="dcterms:W3CDTF">2019-12-14T03:50:52Z</dcterms:created>
  <dcterms:modified xsi:type="dcterms:W3CDTF">2026-10-01T09:00:19Z</dcterms:modified>
</cp:coreProperties>
</file>